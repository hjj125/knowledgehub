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60" r:id="rId6"/>
    <p:sldId id="272" r:id="rId7"/>
    <p:sldId id="273" r:id="rId8"/>
    <p:sldId id="274" r:id="rId9"/>
    <p:sldId id="280" r:id="rId10"/>
    <p:sldId id="276" r:id="rId11"/>
    <p:sldId id="277" r:id="rId12"/>
    <p:sldId id="278" r:id="rId13"/>
    <p:sldId id="279" r:id="rId14"/>
    <p:sldId id="275" r:id="rId15"/>
    <p:sldId id="261" r:id="rId16"/>
    <p:sldId id="262" r:id="rId17"/>
    <p:sldId id="259" r:id="rId18"/>
    <p:sldId id="263" r:id="rId19"/>
    <p:sldId id="264" r:id="rId20"/>
    <p:sldId id="265" r:id="rId21"/>
    <p:sldId id="270" r:id="rId22"/>
    <p:sldId id="267" r:id="rId23"/>
    <p:sldId id="268" r:id="rId24"/>
    <p:sldId id="269" r:id="rId25"/>
    <p:sldId id="266" r:id="rId26"/>
    <p:sldId id="271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3D"/>
    <a:srgbClr val="FFFFFA"/>
    <a:srgbClr val="FFFBF5"/>
    <a:srgbClr val="FFFFFF"/>
    <a:srgbClr val="00D473"/>
    <a:srgbClr val="00BA69"/>
    <a:srgbClr val="009457"/>
    <a:srgbClr val="00A867"/>
    <a:srgbClr val="008853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343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00633D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A867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00633D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00D47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89141043650988"/>
                  <c:y val="-0.11284823975579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800" b="0" i="0" u="none" strike="noStrike" kern="1200" baseline="0">
                      <a:solidFill>
                        <a:schemeClr val="bg1"/>
                      </a:solidFill>
                      <a:latin typeface="思源宋体 CN Medium" panose="02020500000000000000" charset="-122"/>
                      <a:ea typeface="思源宋体 CN Medium" panose="02020500000000000000" charset="-122"/>
                      <a:cs typeface="思源宋体 CN Medium" panose="02020500000000000000" charset="-122"/>
                      <a:sym typeface="思源宋体 CN Medium" panose="02020500000000000000" charset="-122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80349286311352"/>
                  <c:y val="-0.092664743501662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800" b="0" i="0" u="none" strike="noStrike" kern="1200" baseline="0">
                      <a:solidFill>
                        <a:schemeClr val="bg1"/>
                      </a:solidFill>
                      <a:latin typeface="思源宋体 CN Medium" panose="02020500000000000000" charset="-122"/>
                      <a:ea typeface="思源宋体 CN Medium" panose="02020500000000000000" charset="-122"/>
                      <a:cs typeface="思源宋体 CN Medium" panose="02020500000000000000" charset="-122"/>
                      <a:sym typeface="思源宋体 CN Medium" panose="02020500000000000000" charset="-122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18743465477045"/>
                  <c:y val="0.12866349172783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思源宋体 CN Light" panose="02020300000000000000" charset="-122"/>
                        <a:ea typeface="思源宋体 CN Light" panose="02020300000000000000" charset="-122"/>
                        <a:cs typeface="思源宋体 CN Light" panose="02020300000000000000" charset="-122"/>
                        <a:sym typeface="思源宋体 CN Light" panose="02020300000000000000" charset="-122"/>
                      </a:defRPr>
                    </a:pPr>
                    <a:r>
                      <a:rPr sz="1800">
                        <a:solidFill>
                          <a:srgbClr val="FFFFFF"/>
                        </a:solidFill>
                      </a:rPr>
                      <a:t>10%</a:t>
                    </a:r>
                    <a:endParaRPr sz="1800">
                      <a:solidFill>
                        <a:srgbClr val="FFFFFF"/>
                      </a:solidFill>
                    </a:endParaRP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480623434587559"/>
                  <c:y val="0.13735209275003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800" b="0" i="0" u="none" strike="noStrike" kern="1200" baseline="0">
                      <a:solidFill>
                        <a:schemeClr val="bg1"/>
                      </a:solidFill>
                      <a:latin typeface="思源宋体 CN Medium" panose="02020500000000000000" charset="-122"/>
                      <a:ea typeface="思源宋体 CN Medium" panose="02020500000000000000" charset="-122"/>
                      <a:cs typeface="思源宋体 CN Medium" panose="02020500000000000000" charset="-122"/>
                      <a:sym typeface="思源宋体 CN Medium" panose="02020500000000000000" charset="-122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charset="-122"/>
                    <a:ea typeface="思源宋体 CN Light" panose="02020300000000000000" charset="-122"/>
                    <a:cs typeface="思源宋体 CN Light" panose="02020300000000000000" charset="-122"/>
                    <a:sym typeface="思源宋体 CN Light" panose="02020300000000000000" charset="-122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输入内容</c:v>
                </c:pt>
                <c:pt idx="1">
                  <c:v>输入内容</c:v>
                </c:pt>
                <c:pt idx="2">
                  <c:v>输入内容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1145ab5-6054-4669-b0a6-90a9dee29c26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思源宋体 CN Light" panose="02020300000000000000" charset="-122"/>
          <a:ea typeface="思源宋体 CN Light" panose="02020300000000000000" charset="-122"/>
          <a:cs typeface="思源宋体 CN Light" panose="02020300000000000000" charset="-122"/>
          <a:sym typeface="思源宋体 CN Light" panose="02020300000000000000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8.xml"/><Relationship Id="rId6" Type="http://schemas.openxmlformats.org/officeDocument/2006/relationships/image" Target="../media/image1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2.xml"/><Relationship Id="rId5" Type="http://schemas.openxmlformats.org/officeDocument/2006/relationships/image" Target="../media/image5.png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image" Target="../media/image4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image" Target="../media/image4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4.xml"/><Relationship Id="rId5" Type="http://schemas.openxmlformats.org/officeDocument/2006/relationships/image" Target="../media/image6.png"/><Relationship Id="rId4" Type="http://schemas.openxmlformats.org/officeDocument/2006/relationships/tags" Target="../tags/tag103.xml"/><Relationship Id="rId3" Type="http://schemas.openxmlformats.org/officeDocument/2006/relationships/image" Target="../media/image4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image" Target="../media/image4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image" Target="../media/image4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image" Target="../media/image4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image" Target="../media/image4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image" Target="../media/image4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image" Target="../media/image4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image" Target="../media/image4.png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1.xml"/><Relationship Id="rId23" Type="http://schemas.openxmlformats.org/officeDocument/2006/relationships/tags" Target="../tags/tag150.xml"/><Relationship Id="rId22" Type="http://schemas.openxmlformats.org/officeDocument/2006/relationships/tags" Target="../tags/tag149.xml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tags" Target="../tags/tag130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image" Target="../media/image7.jpeg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image" Target="../media/image4.png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69.xml"/><Relationship Id="rId2" Type="http://schemas.openxmlformats.org/officeDocument/2006/relationships/tags" Target="../tags/tag153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75.xml"/><Relationship Id="rId6" Type="http://schemas.openxmlformats.org/officeDocument/2006/relationships/image" Target="../media/image1.png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image" Target="../media/image4.png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tags" Target="../tags/tag177.xml"/><Relationship Id="rId19" Type="http://schemas.openxmlformats.org/officeDocument/2006/relationships/tags" Target="../tags/tag191.xml"/><Relationship Id="rId18" Type="http://schemas.openxmlformats.org/officeDocument/2006/relationships/tags" Target="../tags/tag190.xml"/><Relationship Id="rId17" Type="http://schemas.openxmlformats.org/officeDocument/2006/relationships/image" Target="../media/image9.jpeg"/><Relationship Id="rId16" Type="http://schemas.openxmlformats.org/officeDocument/2006/relationships/image" Target="../media/image8.png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image" Target="../media/image4.png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14.xml"/><Relationship Id="rId2" Type="http://schemas.openxmlformats.org/officeDocument/2006/relationships/tags" Target="../tags/tag197.xml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20.xml"/><Relationship Id="rId6" Type="http://schemas.openxmlformats.org/officeDocument/2006/relationships/image" Target="../media/image1.png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281.xml"/><Relationship Id="rId62" Type="http://schemas.openxmlformats.org/officeDocument/2006/relationships/tags" Target="../tags/tag280.xml"/><Relationship Id="rId61" Type="http://schemas.openxmlformats.org/officeDocument/2006/relationships/tags" Target="../tags/tag279.xml"/><Relationship Id="rId60" Type="http://schemas.openxmlformats.org/officeDocument/2006/relationships/tags" Target="../tags/tag278.xml"/><Relationship Id="rId6" Type="http://schemas.openxmlformats.org/officeDocument/2006/relationships/image" Target="../media/image10.jpeg"/><Relationship Id="rId59" Type="http://schemas.openxmlformats.org/officeDocument/2006/relationships/tags" Target="../tags/tag277.xml"/><Relationship Id="rId58" Type="http://schemas.openxmlformats.org/officeDocument/2006/relationships/tags" Target="../tags/tag276.xml"/><Relationship Id="rId57" Type="http://schemas.openxmlformats.org/officeDocument/2006/relationships/tags" Target="../tags/tag275.xml"/><Relationship Id="rId56" Type="http://schemas.openxmlformats.org/officeDocument/2006/relationships/tags" Target="../tags/tag274.xml"/><Relationship Id="rId55" Type="http://schemas.openxmlformats.org/officeDocument/2006/relationships/tags" Target="../tags/tag273.xml"/><Relationship Id="rId54" Type="http://schemas.openxmlformats.org/officeDocument/2006/relationships/tags" Target="../tags/tag272.xml"/><Relationship Id="rId53" Type="http://schemas.openxmlformats.org/officeDocument/2006/relationships/tags" Target="../tags/tag271.xml"/><Relationship Id="rId52" Type="http://schemas.openxmlformats.org/officeDocument/2006/relationships/tags" Target="../tags/tag270.xml"/><Relationship Id="rId51" Type="http://schemas.openxmlformats.org/officeDocument/2006/relationships/tags" Target="../tags/tag269.xml"/><Relationship Id="rId50" Type="http://schemas.openxmlformats.org/officeDocument/2006/relationships/tags" Target="../tags/tag268.xml"/><Relationship Id="rId5" Type="http://schemas.openxmlformats.org/officeDocument/2006/relationships/tags" Target="../tags/tag224.xml"/><Relationship Id="rId49" Type="http://schemas.openxmlformats.org/officeDocument/2006/relationships/tags" Target="../tags/tag267.xml"/><Relationship Id="rId48" Type="http://schemas.openxmlformats.org/officeDocument/2006/relationships/tags" Target="../tags/tag266.xml"/><Relationship Id="rId47" Type="http://schemas.openxmlformats.org/officeDocument/2006/relationships/tags" Target="../tags/tag265.xml"/><Relationship Id="rId46" Type="http://schemas.openxmlformats.org/officeDocument/2006/relationships/tags" Target="../tags/tag264.xml"/><Relationship Id="rId45" Type="http://schemas.openxmlformats.org/officeDocument/2006/relationships/tags" Target="../tags/tag263.xml"/><Relationship Id="rId44" Type="http://schemas.openxmlformats.org/officeDocument/2006/relationships/tags" Target="../tags/tag262.xml"/><Relationship Id="rId43" Type="http://schemas.openxmlformats.org/officeDocument/2006/relationships/tags" Target="../tags/tag261.xml"/><Relationship Id="rId42" Type="http://schemas.openxmlformats.org/officeDocument/2006/relationships/tags" Target="../tags/tag260.xml"/><Relationship Id="rId41" Type="http://schemas.openxmlformats.org/officeDocument/2006/relationships/tags" Target="../tags/tag259.xml"/><Relationship Id="rId40" Type="http://schemas.openxmlformats.org/officeDocument/2006/relationships/tags" Target="../tags/tag258.xml"/><Relationship Id="rId4" Type="http://schemas.openxmlformats.org/officeDocument/2006/relationships/tags" Target="../tags/tag223.xml"/><Relationship Id="rId39" Type="http://schemas.openxmlformats.org/officeDocument/2006/relationships/tags" Target="../tags/tag257.xml"/><Relationship Id="rId38" Type="http://schemas.openxmlformats.org/officeDocument/2006/relationships/tags" Target="../tags/tag256.xml"/><Relationship Id="rId37" Type="http://schemas.openxmlformats.org/officeDocument/2006/relationships/tags" Target="../tags/tag255.xml"/><Relationship Id="rId36" Type="http://schemas.openxmlformats.org/officeDocument/2006/relationships/tags" Target="../tags/tag254.xml"/><Relationship Id="rId35" Type="http://schemas.openxmlformats.org/officeDocument/2006/relationships/tags" Target="../tags/tag253.xml"/><Relationship Id="rId34" Type="http://schemas.openxmlformats.org/officeDocument/2006/relationships/tags" Target="../tags/tag252.xml"/><Relationship Id="rId33" Type="http://schemas.openxmlformats.org/officeDocument/2006/relationships/tags" Target="../tags/tag251.xml"/><Relationship Id="rId32" Type="http://schemas.openxmlformats.org/officeDocument/2006/relationships/tags" Target="../tags/tag250.xml"/><Relationship Id="rId31" Type="http://schemas.openxmlformats.org/officeDocument/2006/relationships/tags" Target="../tags/tag249.xml"/><Relationship Id="rId30" Type="http://schemas.openxmlformats.org/officeDocument/2006/relationships/tags" Target="../tags/tag248.xml"/><Relationship Id="rId3" Type="http://schemas.openxmlformats.org/officeDocument/2006/relationships/image" Target="../media/image4.png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tags" Target="../tags/tag245.xml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2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2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image" Target="../media/image4.png"/><Relationship Id="rId2" Type="http://schemas.openxmlformats.org/officeDocument/2006/relationships/tags" Target="../tags/tag28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98.xml"/><Relationship Id="rId6" Type="http://schemas.openxmlformats.org/officeDocument/2006/relationships/image" Target="../media/image1.png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image" Target="../media/image4.png"/><Relationship Id="rId3" Type="http://schemas.openxmlformats.org/officeDocument/2006/relationships/tags" Target="../tags/tag300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16.xml"/><Relationship Id="rId2" Type="http://schemas.openxmlformats.org/officeDocument/2006/relationships/tags" Target="../tags/tag299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tags" Target="../tags/tag307.xml"/><Relationship Id="rId10" Type="http://schemas.openxmlformats.org/officeDocument/2006/relationships/tags" Target="../tags/tag306.xml"/><Relationship Id="rId1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image" Target="../media/image4.png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39.xml"/><Relationship Id="rId23" Type="http://schemas.openxmlformats.org/officeDocument/2006/relationships/tags" Target="../tags/tag338.xml"/><Relationship Id="rId22" Type="http://schemas.openxmlformats.org/officeDocument/2006/relationships/tags" Target="../tags/tag337.xml"/><Relationship Id="rId21" Type="http://schemas.openxmlformats.org/officeDocument/2006/relationships/tags" Target="../tags/tag336.xml"/><Relationship Id="rId20" Type="http://schemas.openxmlformats.org/officeDocument/2006/relationships/tags" Target="../tags/tag335.xml"/><Relationship Id="rId2" Type="http://schemas.openxmlformats.org/officeDocument/2006/relationships/tags" Target="../tags/tag318.xml"/><Relationship Id="rId19" Type="http://schemas.openxmlformats.org/officeDocument/2006/relationships/tags" Target="../tags/tag334.xml"/><Relationship Id="rId18" Type="http://schemas.openxmlformats.org/officeDocument/2006/relationships/tags" Target="../tags/tag333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tags" Target="../tags/tag31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1"/>
          <a:srcRect t="33231" b="38380"/>
          <a:stretch>
            <a:fillRect/>
          </a:stretch>
        </p:blipFill>
        <p:spPr>
          <a:xfrm>
            <a:off x="4001135" y="74358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485" y="2272030"/>
            <a:ext cx="102539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400" b="1" dirty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基于异构 NoSQL 数据库协同的个人知识管理与智能检索系统</a:t>
            </a:r>
            <a:endParaRPr lang="en-US" sz="5400" dirty="0"/>
          </a:p>
          <a:p>
            <a:pPr algn="ctr"/>
            <a:endParaRPr lang="en-US" sz="5400" dirty="0"/>
          </a:p>
          <a:p>
            <a:pPr algn="ctr"/>
            <a:endParaRPr lang="en-US" altLang="zh-CN" sz="5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3684270" y="4840605"/>
            <a:ext cx="7268845" cy="581025"/>
            <a:chOff x="4228" y="7790"/>
            <a:chExt cx="11447" cy="915"/>
          </a:xfrm>
        </p:grpSpPr>
        <p:pic>
          <p:nvPicPr>
            <p:cNvPr id="9" name="图片 8" descr="3b32313536353934363b4eba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28" y="7790"/>
              <a:ext cx="915" cy="915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5401" y="7957"/>
              <a:ext cx="92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答辩人：黄俊杰、尤周、毛栋、惠宇</a:t>
              </a:r>
              <a:endParaRPr lang="zh-CN" altLang="en-US" b="1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2055" y="7957"/>
              <a:ext cx="36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b="1"/>
            </a:p>
          </p:txBody>
        </p:sp>
      </p:grp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756785" y="6170930"/>
            <a:ext cx="2658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34925" y="-17145"/>
            <a:ext cx="3890645" cy="6915150"/>
          </a:xfrm>
          <a:prstGeom prst="rect">
            <a:avLst/>
          </a:prstGeom>
          <a:solidFill>
            <a:srgbClr val="0063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21690" y="2533015"/>
            <a:ext cx="21767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600" b="1">
                <a:solidFill>
                  <a:srgbClr val="FFFFFF"/>
                </a:solidFill>
                <a:latin typeface="+mj-ea"/>
                <a:ea typeface="+mj-ea"/>
              </a:rPr>
              <a:t>目录</a:t>
            </a:r>
            <a:endParaRPr lang="zh-CN" altLang="en-US" sz="66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" y="567055"/>
            <a:ext cx="2992755" cy="211645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176530" y="3743325"/>
            <a:ext cx="3467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rgbClr val="FFFFFF"/>
                </a:solidFill>
                <a:latin typeface="+mj-ea"/>
                <a:ea typeface="+mj-ea"/>
              </a:rPr>
              <a:t>CONTENTS</a:t>
            </a:r>
            <a:endParaRPr lang="en-US" altLang="zh-CN" sz="24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375910" y="1154430"/>
            <a:ext cx="5291455" cy="720090"/>
            <a:chOff x="8466" y="1062"/>
            <a:chExt cx="8333" cy="1134"/>
          </a:xfrm>
        </p:grpSpPr>
        <p:sp>
          <p:nvSpPr>
            <p:cNvPr id="23" name="椭圆 22"/>
            <p:cNvSpPr/>
            <p:nvPr/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01</a:t>
              </a:r>
              <a:endParaRPr lang="en-US" altLang="zh-CN" sz="2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3000" b="1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请输入大标题</a:t>
              </a:r>
              <a:endParaRPr lang="zh-CN" altLang="en-US" sz="30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380355" y="2327275"/>
            <a:ext cx="5291455" cy="720090"/>
            <a:chOff x="8466" y="1062"/>
            <a:chExt cx="8333" cy="1134"/>
          </a:xfrm>
        </p:grpSpPr>
        <p:sp>
          <p:nvSpPr>
            <p:cNvPr id="29" name="椭圆 28"/>
            <p:cNvSpPr/>
            <p:nvPr>
              <p:custDataLst>
                <p:tags r:id="rId3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>
              <p:custDataLst>
                <p:tags r:id="rId4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02</a:t>
              </a:r>
              <a:endParaRPr lang="en-US" altLang="zh-CN" sz="2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5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>
              <p:custDataLst>
                <p:tags r:id="rId6"/>
              </p:custDataLst>
            </p:nvPr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3000" b="1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请输入大标题</a:t>
              </a:r>
              <a:endParaRPr lang="zh-CN" altLang="en-US" sz="30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375910" y="3530600"/>
            <a:ext cx="5291455" cy="720090"/>
            <a:chOff x="8466" y="1062"/>
            <a:chExt cx="8333" cy="1134"/>
          </a:xfrm>
        </p:grpSpPr>
        <p:sp>
          <p:nvSpPr>
            <p:cNvPr id="34" name="椭圆 33"/>
            <p:cNvSpPr/>
            <p:nvPr>
              <p:custDataLst>
                <p:tags r:id="rId7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8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03</a:t>
              </a:r>
              <a:endParaRPr lang="en-US" altLang="zh-CN" sz="2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6" name="圆角矩形 35"/>
            <p:cNvSpPr/>
            <p:nvPr>
              <p:custDataLst>
                <p:tags r:id="rId9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3000" b="1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请输入大标题</a:t>
              </a:r>
              <a:endParaRPr lang="zh-CN" altLang="en-US" sz="30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375910" y="4733925"/>
            <a:ext cx="5291455" cy="720090"/>
            <a:chOff x="8466" y="1062"/>
            <a:chExt cx="8333" cy="1134"/>
          </a:xfrm>
        </p:grpSpPr>
        <p:sp>
          <p:nvSpPr>
            <p:cNvPr id="39" name="椭圆 38"/>
            <p:cNvSpPr/>
            <p:nvPr>
              <p:custDataLst>
                <p:tags r:id="rId11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>
              <p:custDataLst>
                <p:tags r:id="rId12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04</a:t>
              </a:r>
              <a:endParaRPr lang="en-US" altLang="zh-CN" sz="2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1" name="圆角矩形 40"/>
            <p:cNvSpPr/>
            <p:nvPr>
              <p:custDataLst>
                <p:tags r:id="rId13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>
              <p:custDataLst>
                <p:tags r:id="rId14"/>
              </p:custDataLst>
            </p:nvPr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3000" b="1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请输入大标题</a:t>
              </a:r>
              <a:endParaRPr lang="zh-CN" altLang="en-US" sz="30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Part.01</a:t>
            </a:r>
            <a:endParaRPr lang="en-US" altLang="zh-CN" sz="3600" b="1">
              <a:solidFill>
                <a:srgbClr val="006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884295" y="2299335"/>
            <a:ext cx="4404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>
                <a:solidFill>
                  <a:srgbClr val="FFFFFF"/>
                </a:solidFill>
                <a:latin typeface="+mj-ea"/>
                <a:ea typeface="+mj-ea"/>
              </a:rPr>
              <a:t>输入大标题</a:t>
            </a:r>
            <a:endParaRPr lang="zh-CN" altLang="en-US" sz="60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FFFF"/>
                </a:solidFill>
                <a:latin typeface="+mj-ea"/>
                <a:ea typeface="+mj-ea"/>
              </a:rPr>
              <a:t>Enter a headline</a:t>
            </a:r>
            <a:endParaRPr lang="zh-CN" altLang="en-US" sz="24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4080" y="1240790"/>
            <a:ext cx="839406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问题：</a:t>
            </a: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学生资料不断积累，知识却难以真正复用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15490"/>
            <a:ext cx="9534525" cy="2371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0600" y="5034915"/>
            <a:ext cx="7352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dirty="0">
                <a:solidFill>
                  <a:srgbClr val="1B2A44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把“存储 → 组织 → 关联 → 检索 → 复用”连成一条完整的知识工作流</a:t>
            </a:r>
            <a:endParaRPr lang="en-US" altLang="en-US" b="1" dirty="0">
              <a:solidFill>
                <a:srgbClr val="1B2A44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用户场景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主要业务功能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a1a2e4f541ae9bbc3d8b54217f93fc8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" y="720725"/>
            <a:ext cx="10423525" cy="58667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17980" y="1228725"/>
            <a:ext cx="8929370" cy="49396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en-US" altLang="zh-CN" sz="2200" b="1"/>
              <a:t>MongoDB</a:t>
            </a:r>
            <a:r>
              <a:rPr lang="zh-CN" altLang="en-US" sz="2200" b="1"/>
              <a:t>｜文档型 </a:t>
            </a:r>
            <a:r>
              <a:rPr lang="en-US" altLang="zh-CN" sz="2200" b="1"/>
              <a:t>NoSQL </a:t>
            </a:r>
            <a:r>
              <a:rPr lang="zh-CN" altLang="en-US" sz="2200" b="1"/>
              <a:t>数据库</a:t>
            </a:r>
            <a:endParaRPr lang="zh-CN" altLang="en-US" sz="2200" b="1"/>
          </a:p>
          <a:p>
            <a:pPr>
              <a:lnSpc>
                <a:spcPct val="150000"/>
              </a:lnSpc>
            </a:pPr>
            <a:r>
              <a:rPr lang="zh-CN" altLang="en-US" sz="1600"/>
              <a:t>核心定位：系统的权威数据存储中心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① </a:t>
            </a:r>
            <a:r>
              <a:rPr lang="zh-CN" altLang="en-US" sz="1600"/>
              <a:t>核心数据管理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负责存储用户信息、知识库、</a:t>
            </a:r>
            <a:r>
              <a:rPr lang="en-US" altLang="zh-CN" sz="1600"/>
              <a:t>Markdown </a:t>
            </a:r>
            <a:r>
              <a:rPr lang="zh-CN" altLang="en-US" sz="1600"/>
              <a:t>笔记、文档元数据及历史版本，利用 </a:t>
            </a:r>
            <a:r>
              <a:rPr lang="en-US" altLang="zh-CN" sz="1600"/>
              <a:t>BSON </a:t>
            </a:r>
            <a:r>
              <a:rPr lang="zh-CN" altLang="en-US" sz="1600"/>
              <a:t>文档模型灵活组织异构知识内容。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② </a:t>
            </a:r>
            <a:r>
              <a:rPr lang="zh-CN" altLang="en-US" sz="1600"/>
              <a:t>文档内容管理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保存从 </a:t>
            </a:r>
            <a:r>
              <a:rPr lang="en-US" altLang="zh-CN" sz="1600"/>
              <a:t>PPT</a:t>
            </a:r>
            <a:r>
              <a:rPr lang="zh-CN" altLang="en-US" sz="1600"/>
              <a:t>、</a:t>
            </a:r>
            <a:r>
              <a:rPr lang="en-US" altLang="zh-CN" sz="1600"/>
              <a:t>PDF </a:t>
            </a:r>
            <a:r>
              <a:rPr lang="zh-CN" altLang="en-US" sz="1600"/>
              <a:t>等文件中解析出的文字、页码、图片引用和文本片段（</a:t>
            </a:r>
            <a:r>
              <a:rPr lang="en-US" altLang="zh-CN" sz="1600"/>
              <a:t>Chunk</a:t>
            </a:r>
            <a:r>
              <a:rPr lang="zh-CN" altLang="en-US" sz="1600"/>
              <a:t>），与 </a:t>
            </a:r>
            <a:r>
              <a:rPr lang="en-US" altLang="zh-CN" sz="1600"/>
              <a:t>MinIO </a:t>
            </a:r>
            <a:r>
              <a:rPr lang="zh-CN" altLang="en-US" sz="1600"/>
              <a:t>中的原始文件建立关联。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③ </a:t>
            </a:r>
            <a:r>
              <a:rPr lang="zh-CN" altLang="en-US" sz="1600"/>
              <a:t>数据查询与维护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通过 </a:t>
            </a:r>
            <a:r>
              <a:rPr lang="en-US" altLang="zh-CN" sz="1600"/>
              <a:t>CRUD</a:t>
            </a:r>
            <a:r>
              <a:rPr lang="zh-CN" altLang="en-US" sz="1600"/>
              <a:t>、聚合管道和复合索引，实现知识分类、标签筛选、内容管理及统计分析，并维护数据版本和跨库同步事件。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技术亮点： 灵活文档建模、聚合分析、索引优化、权威数据管理。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13155" y="1700213"/>
            <a:ext cx="5080000" cy="390842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Redis</a:t>
            </a:r>
            <a:r>
              <a:rPr lang="zh-CN" altLang="en-US" sz="2200" b="1"/>
              <a:t>｜高性能键值数据库</a:t>
            </a:r>
            <a:endParaRPr lang="zh-CN" altLang="en-US" sz="2200" b="1"/>
          </a:p>
          <a:p>
            <a:r>
              <a:rPr lang="zh-CN" altLang="en-US" sz="1600"/>
              <a:t>核心定位：系统的缓存加速与异步任务协调中心</a:t>
            </a:r>
            <a:endParaRPr lang="zh-CN" altLang="en-US" sz="1600"/>
          </a:p>
          <a:p>
            <a:r>
              <a:rPr lang="en-US" altLang="zh-CN" sz="1600"/>
              <a:t>① </a:t>
            </a:r>
            <a:r>
              <a:rPr lang="zh-CN" altLang="en-US" sz="1600"/>
              <a:t>高速数据缓存</a:t>
            </a:r>
            <a:endParaRPr lang="zh-CN" altLang="en-US" sz="1600"/>
          </a:p>
          <a:p>
            <a:r>
              <a:rPr lang="zh-CN" altLang="en-US" sz="1600"/>
              <a:t>缓存热点笔记、知识库统计结果及用户会话信息，减少对 </a:t>
            </a:r>
            <a:r>
              <a:rPr lang="en-US" altLang="zh-CN" sz="1600"/>
              <a:t>MongoDB </a:t>
            </a:r>
            <a:r>
              <a:rPr lang="zh-CN" altLang="en-US" sz="1600"/>
              <a:t>的重复访问，提升系统响应效率。</a:t>
            </a:r>
            <a:endParaRPr lang="zh-CN" altLang="en-US" sz="1600"/>
          </a:p>
          <a:p>
            <a:r>
              <a:rPr lang="en-US" altLang="zh-CN" sz="1600"/>
              <a:t>② </a:t>
            </a:r>
            <a:r>
              <a:rPr lang="zh-CN" altLang="en-US" sz="1600"/>
              <a:t>异步任务处理</a:t>
            </a:r>
            <a:endParaRPr lang="zh-CN" altLang="en-US" sz="1600"/>
          </a:p>
          <a:p>
            <a:r>
              <a:rPr lang="zh-CN" altLang="en-US" sz="1600"/>
              <a:t>利用 </a:t>
            </a:r>
            <a:r>
              <a:rPr lang="en-US" altLang="zh-CN" sz="1600"/>
              <a:t>Redis Streams </a:t>
            </a:r>
            <a:r>
              <a:rPr lang="zh-CN" altLang="en-US" sz="1600"/>
              <a:t>和消费者组，将文档解析、文本向量化、知识图谱更新等耗时任务交由后台 </a:t>
            </a:r>
            <a:r>
              <a:rPr lang="en-US" altLang="zh-CN" sz="1600"/>
              <a:t>Worker </a:t>
            </a:r>
            <a:r>
              <a:rPr lang="zh-CN" altLang="en-US" sz="1600"/>
              <a:t>异步执行。</a:t>
            </a:r>
            <a:endParaRPr lang="zh-CN" altLang="en-US" sz="1600"/>
          </a:p>
          <a:p>
            <a:r>
              <a:rPr lang="en-US" altLang="zh-CN" sz="1600"/>
              <a:t>③ </a:t>
            </a:r>
            <a:r>
              <a:rPr lang="zh-CN" altLang="en-US" sz="1600"/>
              <a:t>跨数据库事件协调</a:t>
            </a:r>
            <a:endParaRPr lang="zh-CN" altLang="en-US" sz="1600"/>
          </a:p>
          <a:p>
            <a:r>
              <a:rPr lang="zh-CN" altLang="en-US" sz="1600"/>
              <a:t>结合 </a:t>
            </a:r>
            <a:r>
              <a:rPr lang="en-US" altLang="zh-CN" sz="1600"/>
              <a:t>MongoDB Outbox </a:t>
            </a:r>
            <a:r>
              <a:rPr lang="zh-CN" altLang="en-US" sz="1600"/>
              <a:t>机制，实现数据变更事件分发、消息确认、失败重试和任务状态管理。</a:t>
            </a:r>
            <a:endParaRPr lang="zh-CN" altLang="en-US" sz="1600"/>
          </a:p>
          <a:p>
            <a:r>
              <a:rPr lang="zh-CN" altLang="en-US" sz="1600"/>
              <a:t>技术亮点： </a:t>
            </a:r>
            <a:r>
              <a:rPr lang="en-US" altLang="zh-CN" sz="1600"/>
              <a:t>Cache-Aside </a:t>
            </a:r>
            <a:r>
              <a:rPr lang="zh-CN" altLang="en-US" sz="1600"/>
              <a:t>缓存策略、</a:t>
            </a:r>
            <a:r>
              <a:rPr lang="en-US" altLang="zh-CN" sz="1600"/>
              <a:t>Redis Streams</a:t>
            </a:r>
            <a:r>
              <a:rPr lang="zh-CN" altLang="en-US" sz="1600"/>
              <a:t>、消费者组、事件驱动处理。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56000" y="1597977"/>
            <a:ext cx="5080000" cy="366204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Neo4j</a:t>
            </a:r>
            <a:r>
              <a:rPr lang="zh-CN" altLang="en-US" sz="2200" b="1"/>
              <a:t>｜图数据库</a:t>
            </a:r>
            <a:endParaRPr lang="zh-CN" altLang="en-US" sz="2200" b="1"/>
          </a:p>
          <a:p>
            <a:r>
              <a:rPr lang="zh-CN" altLang="en-US" sz="1600"/>
              <a:t>核心定位：系统的知识关联与图谱管理中心</a:t>
            </a:r>
            <a:endParaRPr lang="zh-CN" altLang="en-US" sz="1600"/>
          </a:p>
          <a:p>
            <a:r>
              <a:rPr lang="en-US" altLang="zh-CN" sz="1600"/>
              <a:t>① </a:t>
            </a:r>
            <a:r>
              <a:rPr lang="zh-CN" altLang="en-US" sz="1600"/>
              <a:t>知识关系建模</a:t>
            </a:r>
            <a:endParaRPr lang="zh-CN" altLang="en-US" sz="1600"/>
          </a:p>
          <a:p>
            <a:r>
              <a:rPr lang="zh-CN" altLang="en-US" sz="1600"/>
              <a:t>通过节点（</a:t>
            </a:r>
            <a:r>
              <a:rPr lang="en-US" altLang="zh-CN" sz="1600"/>
              <a:t>Node</a:t>
            </a:r>
            <a:r>
              <a:rPr lang="zh-CN" altLang="en-US" sz="1600"/>
              <a:t>）和关系（</a:t>
            </a:r>
            <a:r>
              <a:rPr lang="en-US" altLang="zh-CN" sz="1600"/>
              <a:t>Relationship</a:t>
            </a:r>
            <a:r>
              <a:rPr lang="zh-CN" altLang="en-US" sz="1600"/>
              <a:t>），建立知识库、笔记和知识概念之间的关联网络。</a:t>
            </a:r>
            <a:endParaRPr lang="zh-CN" altLang="en-US" sz="1600"/>
          </a:p>
          <a:p>
            <a:r>
              <a:rPr lang="en-US" altLang="zh-CN" sz="1600"/>
              <a:t>② </a:t>
            </a:r>
            <a:r>
              <a:rPr lang="zh-CN" altLang="en-US" sz="1600"/>
              <a:t>双向链接与知识图谱</a:t>
            </a:r>
            <a:endParaRPr lang="zh-CN" altLang="en-US" sz="1600"/>
          </a:p>
          <a:p>
            <a:r>
              <a:rPr lang="zh-CN" altLang="en-US" sz="1600"/>
              <a:t>支持 </a:t>
            </a:r>
            <a:r>
              <a:rPr lang="en-US" altLang="zh-CN" sz="1600"/>
              <a:t>Obsidian </a:t>
            </a:r>
            <a:r>
              <a:rPr lang="zh-CN" altLang="en-US" sz="1600"/>
              <a:t>风格的笔记双向链接、反向引用及全局知识图谱，实现知识内容的可视化组织。</a:t>
            </a:r>
            <a:endParaRPr lang="zh-CN" altLang="en-US" sz="1600"/>
          </a:p>
          <a:p>
            <a:r>
              <a:rPr lang="en-US" altLang="zh-CN" sz="1600"/>
              <a:t>③ </a:t>
            </a:r>
            <a:r>
              <a:rPr lang="zh-CN" altLang="en-US" sz="1600"/>
              <a:t>关联查询与知识发现</a:t>
            </a:r>
            <a:endParaRPr lang="zh-CN" altLang="en-US" sz="1600"/>
          </a:p>
          <a:p>
            <a:r>
              <a:rPr lang="zh-CN" altLang="en-US" sz="1600"/>
              <a:t>利用 </a:t>
            </a:r>
            <a:r>
              <a:rPr lang="en-US" altLang="zh-CN" sz="1600"/>
              <a:t>Cypher </a:t>
            </a:r>
            <a:r>
              <a:rPr lang="zh-CN" altLang="en-US" sz="1600"/>
              <a:t>图查询语言，实现关联笔记检索、多跳关系遍历、知识路径查询及相关内容推荐。</a:t>
            </a:r>
            <a:endParaRPr lang="zh-CN" altLang="en-US" sz="1600"/>
          </a:p>
          <a:p>
            <a:r>
              <a:rPr lang="zh-CN" altLang="en-US" sz="1600"/>
              <a:t>技术亮点： 属性图模型、</a:t>
            </a:r>
            <a:r>
              <a:rPr lang="en-US" altLang="zh-CN" sz="1600"/>
              <a:t>Cypher </a:t>
            </a:r>
            <a:r>
              <a:rPr lang="zh-CN" altLang="en-US" sz="1600"/>
              <a:t>查询、图遍历、知识关系可视化。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56000" y="1474788"/>
            <a:ext cx="5080000" cy="390842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Milvus</a:t>
            </a:r>
            <a:r>
              <a:rPr lang="zh-CN" altLang="en-US" sz="2200" b="1"/>
              <a:t>｜高性能向量数据库</a:t>
            </a:r>
            <a:endParaRPr lang="zh-CN" altLang="en-US" sz="2200" b="1"/>
          </a:p>
          <a:p>
            <a:r>
              <a:rPr lang="zh-CN" altLang="en-US" sz="1600"/>
              <a:t>核心定位：系统的语义检索与智能知识召回引擎</a:t>
            </a:r>
            <a:endParaRPr lang="zh-CN" altLang="en-US" sz="1600"/>
          </a:p>
          <a:p>
            <a:r>
              <a:rPr lang="en-US" altLang="zh-CN" sz="1600"/>
              <a:t>① </a:t>
            </a:r>
            <a:r>
              <a:rPr lang="zh-CN" altLang="en-US" sz="1600"/>
              <a:t>知识向量化存储</a:t>
            </a:r>
            <a:endParaRPr lang="zh-CN" altLang="en-US" sz="1600"/>
          </a:p>
          <a:p>
            <a:r>
              <a:rPr lang="zh-CN" altLang="en-US" sz="1600"/>
              <a:t>通过 </a:t>
            </a:r>
            <a:r>
              <a:rPr lang="en-US" altLang="zh-CN" sz="1600"/>
              <a:t>Embedding </a:t>
            </a:r>
            <a:r>
              <a:rPr lang="zh-CN" altLang="en-US" sz="1600"/>
              <a:t>模型将笔记及文档片段转换为高维向量，利用 </a:t>
            </a:r>
            <a:r>
              <a:rPr lang="en-US" altLang="zh-CN" sz="1600"/>
              <a:t>Milvus Collection </a:t>
            </a:r>
            <a:r>
              <a:rPr lang="zh-CN" altLang="en-US" sz="1600"/>
              <a:t>管理向量索引及来源元数据。</a:t>
            </a:r>
            <a:endParaRPr lang="zh-CN" altLang="en-US" sz="1600"/>
          </a:p>
          <a:p>
            <a:r>
              <a:rPr lang="en-US" altLang="zh-CN" sz="1600"/>
              <a:t>② </a:t>
            </a:r>
            <a:r>
              <a:rPr lang="zh-CN" altLang="en-US" sz="1600"/>
              <a:t>智能语义检索</a:t>
            </a:r>
            <a:endParaRPr lang="zh-CN" altLang="en-US" sz="1600"/>
          </a:p>
          <a:p>
            <a:r>
              <a:rPr lang="zh-CN" altLang="en-US" sz="1600"/>
              <a:t>基于向量相似度实现自然语言检索，突破传统关键词匹配限制，并通过 </a:t>
            </a:r>
            <a:r>
              <a:rPr lang="en-US" altLang="zh-CN" sz="1600"/>
              <a:t>MongoDB </a:t>
            </a:r>
            <a:r>
              <a:rPr lang="zh-CN" altLang="en-US" sz="1600"/>
              <a:t>回溯原始文本及文档页码。</a:t>
            </a:r>
            <a:endParaRPr lang="zh-CN" altLang="en-US" sz="1600"/>
          </a:p>
          <a:p>
            <a:r>
              <a:rPr lang="en-US" altLang="zh-CN" sz="1600"/>
              <a:t>③ </a:t>
            </a:r>
            <a:r>
              <a:rPr lang="zh-CN" altLang="en-US" sz="1600"/>
              <a:t>混合检索与性能优化</a:t>
            </a:r>
            <a:endParaRPr lang="zh-CN" altLang="en-US" sz="1600"/>
          </a:p>
          <a:p>
            <a:r>
              <a:rPr lang="zh-CN" altLang="en-US" sz="1600"/>
              <a:t>支持 </a:t>
            </a:r>
            <a:r>
              <a:rPr lang="en-US" altLang="zh-CN" sz="1600"/>
              <a:t>Dense </a:t>
            </a:r>
            <a:r>
              <a:rPr lang="zh-CN" altLang="en-US" sz="1600"/>
              <a:t>向量检索与 </a:t>
            </a:r>
            <a:r>
              <a:rPr lang="en-US" altLang="zh-CN" sz="1600"/>
              <a:t>BM25 </a:t>
            </a:r>
            <a:r>
              <a:rPr lang="zh-CN" altLang="en-US" sz="1600"/>
              <a:t>全文检索融合，研究 </a:t>
            </a:r>
            <a:r>
              <a:rPr lang="en-US" altLang="zh-CN" sz="1600"/>
              <a:t>FLAT</a:t>
            </a:r>
            <a:r>
              <a:rPr lang="zh-CN" altLang="en-US" sz="1600"/>
              <a:t>、</a:t>
            </a:r>
            <a:r>
              <a:rPr lang="en-US" altLang="zh-CN" sz="1600"/>
              <a:t>IVF_FLAT</a:t>
            </a:r>
            <a:r>
              <a:rPr lang="zh-CN" altLang="en-US" sz="1600"/>
              <a:t>、</a:t>
            </a:r>
            <a:r>
              <a:rPr lang="en-US" altLang="zh-CN" sz="1600"/>
              <a:t>HNSW </a:t>
            </a:r>
            <a:r>
              <a:rPr lang="zh-CN" altLang="en-US" sz="1600"/>
              <a:t>等索引策略对检索效率与召回率的影响。</a:t>
            </a:r>
            <a:endParaRPr lang="zh-CN" altLang="en-US" sz="1600"/>
          </a:p>
          <a:p>
            <a:r>
              <a:rPr lang="zh-CN" altLang="en-US" sz="1600"/>
              <a:t>技术亮点： </a:t>
            </a:r>
            <a:r>
              <a:rPr lang="en-US" altLang="zh-CN" sz="1600"/>
              <a:t>Embedding</a:t>
            </a:r>
            <a:r>
              <a:rPr lang="zh-CN" altLang="en-US" sz="1600"/>
              <a:t>、</a:t>
            </a:r>
            <a:r>
              <a:rPr lang="en-US" altLang="zh-CN" sz="1600"/>
              <a:t>ANN </a:t>
            </a:r>
            <a:r>
              <a:rPr lang="zh-CN" altLang="en-US" sz="1600"/>
              <a:t>近似最近邻检索、混合搜索、向量索引优化。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56000" y="264477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MinIO</a:t>
            </a:r>
            <a:r>
              <a:rPr lang="zh-CN" altLang="en-US" sz="1600"/>
              <a:t>｜对象存储服务</a:t>
            </a:r>
            <a:endParaRPr lang="zh-CN" altLang="en-US" sz="1600"/>
          </a:p>
          <a:p>
            <a:r>
              <a:rPr lang="zh-CN" altLang="en-US" sz="1600"/>
              <a:t>负责存储用户上传的 </a:t>
            </a:r>
            <a:r>
              <a:rPr lang="en-US" altLang="zh-CN" sz="1600"/>
              <a:t>PDF</a:t>
            </a:r>
            <a:r>
              <a:rPr lang="zh-CN" altLang="en-US" sz="1600"/>
              <a:t>、</a:t>
            </a:r>
            <a:r>
              <a:rPr lang="en-US" altLang="zh-CN" sz="1600"/>
              <a:t>PPT</a:t>
            </a:r>
            <a:r>
              <a:rPr lang="zh-CN" altLang="en-US" sz="1600"/>
              <a:t>、</a:t>
            </a:r>
            <a:r>
              <a:rPr lang="en-US" altLang="zh-CN" sz="1600"/>
              <a:t>Word </a:t>
            </a:r>
            <a:r>
              <a:rPr lang="zh-CN" altLang="en-US" sz="1600"/>
              <a:t>等原始文件，以及解析过程中提取的图片和预览资源。通过 </a:t>
            </a:r>
            <a:r>
              <a:rPr lang="en-US" altLang="zh-CN" sz="1600"/>
              <a:t>S3 </a:t>
            </a:r>
            <a:r>
              <a:rPr lang="zh-CN" altLang="en-US" sz="1600"/>
              <a:t>兼容接口提供文件上传、读取与下载服务，并与 </a:t>
            </a:r>
            <a:r>
              <a:rPr lang="en-US" altLang="zh-CN" sz="1600"/>
              <a:t>MongoDB </a:t>
            </a:r>
            <a:r>
              <a:rPr lang="zh-CN" altLang="en-US" sz="1600"/>
              <a:t>中的文件元数据和内容记录建立关联，实现非结构化文件与结构化数据的分离管理。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数据模型与关键技术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034405" y="965835"/>
            <a:ext cx="147600" cy="5298440"/>
            <a:chOff x="6034087" y="2147887"/>
            <a:chExt cx="147600" cy="4419601"/>
          </a:xfrm>
        </p:grpSpPr>
        <p:cxnSp>
          <p:nvCxnSpPr>
            <p:cNvPr id="7" name="直接连接符 6"/>
            <p:cNvCxnSpPr/>
            <p:nvPr>
              <p:custDataLst>
                <p:tags r:id="rId5"/>
              </p:custDataLst>
            </p:nvPr>
          </p:nvCxnSpPr>
          <p:spPr>
            <a:xfrm>
              <a:off x="6096000" y="2209800"/>
              <a:ext cx="0" cy="4343400"/>
            </a:xfrm>
            <a:prstGeom prst="line">
              <a:avLst/>
            </a:prstGeom>
            <a:ln w="9525">
              <a:solidFill>
                <a:srgbClr val="0088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>
              <p:custDataLst>
                <p:tags r:id="rId6"/>
              </p:custDataLst>
            </p:nvPr>
          </p:nvSpPr>
          <p:spPr>
            <a:xfrm>
              <a:off x="6034087" y="2147887"/>
              <a:ext cx="147600" cy="123118"/>
            </a:xfrm>
            <a:prstGeom prst="ellipse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7"/>
              </p:custDataLst>
            </p:nvPr>
          </p:nvSpPr>
          <p:spPr>
            <a:xfrm>
              <a:off x="6034087" y="6443663"/>
              <a:ext cx="147600" cy="123825"/>
            </a:xfrm>
            <a:prstGeom prst="ellipse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313680" y="1760220"/>
            <a:ext cx="1564005" cy="481330"/>
            <a:chOff x="5410199" y="2457450"/>
            <a:chExt cx="1371600" cy="428625"/>
          </a:xfrm>
          <a:solidFill>
            <a:srgbClr val="F06800"/>
          </a:solidFill>
        </p:grpSpPr>
        <p:sp>
          <p:nvSpPr>
            <p:cNvPr id="4" name="圆角矩形 16"/>
            <p:cNvSpPr/>
            <p:nvPr>
              <p:custDataLst>
                <p:tags r:id="rId8"/>
              </p:custDataLst>
            </p:nvPr>
          </p:nvSpPr>
          <p:spPr>
            <a:xfrm>
              <a:off x="5410199" y="2457450"/>
              <a:ext cx="1371600" cy="428625"/>
            </a:xfrm>
            <a:prstGeom prst="round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2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5767387" y="2533262"/>
              <a:ext cx="781050" cy="24654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algn="l" defTabSz="1216660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prstClr val="white"/>
                  </a:solidFill>
                  <a:cs typeface="+mn-ea"/>
                  <a:sym typeface="+mn-lt"/>
                </a:rPr>
                <a:t>步骤一</a:t>
              </a:r>
              <a:endParaRPr lang="en-US" b="1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" name="TextBox 92"/>
          <p:cNvSpPr txBox="1"/>
          <p:nvPr>
            <p:custDataLst>
              <p:tags r:id="rId10"/>
            </p:custDataLst>
          </p:nvPr>
        </p:nvSpPr>
        <p:spPr>
          <a:xfrm>
            <a:off x="1188085" y="2107565"/>
            <a:ext cx="3860165" cy="107950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p>
            <a:pPr fontAlgn="auto">
              <a:lnSpc>
                <a:spcPct val="130000"/>
              </a:lnSpc>
            </a:pPr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南京师范大学，简称“南师大”，坐落于六朝古都江苏省南京市，是教育部与江苏省人民政府共建的国家“双一流”建设高校，国家“211工程”首批重点建设高校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3787201" y="1760537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b="1" dirty="0">
                <a:solidFill>
                  <a:srgbClr val="00633D"/>
                </a:solidFill>
                <a:cs typeface="+mn-ea"/>
                <a:sym typeface="+mn-lt"/>
              </a:rPr>
              <a:t>输入标题</a:t>
            </a:r>
            <a:endParaRPr lang="zh-CN" altLang="en-US" b="1" dirty="0">
              <a:solidFill>
                <a:srgbClr val="00633D"/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99075" y="2750185"/>
            <a:ext cx="1564005" cy="481330"/>
            <a:chOff x="5410199" y="2457450"/>
            <a:chExt cx="1371600" cy="428625"/>
          </a:xfrm>
          <a:solidFill>
            <a:srgbClr val="064A91"/>
          </a:solidFill>
        </p:grpSpPr>
        <p:sp>
          <p:nvSpPr>
            <p:cNvPr id="13" name="圆角矩形 16"/>
            <p:cNvSpPr/>
            <p:nvPr>
              <p:custDataLst>
                <p:tags r:id="rId12"/>
              </p:custDataLst>
            </p:nvPr>
          </p:nvSpPr>
          <p:spPr>
            <a:xfrm>
              <a:off x="5410199" y="2457450"/>
              <a:ext cx="1371600" cy="428625"/>
            </a:xfrm>
            <a:prstGeom prst="round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30" name="TextBox 13"/>
            <p:cNvSpPr txBox="1"/>
            <p:nvPr>
              <p:custDataLst>
                <p:tags r:id="rId13"/>
              </p:custDataLst>
            </p:nvPr>
          </p:nvSpPr>
          <p:spPr>
            <a:xfrm>
              <a:off x="5767387" y="2533262"/>
              <a:ext cx="781050" cy="24654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algn="l" defTabSz="1216660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prstClr val="white"/>
                  </a:solidFill>
                  <a:cs typeface="+mn-ea"/>
                  <a:sym typeface="+mn-lt"/>
                </a:rPr>
                <a:t>步骤二</a:t>
              </a:r>
              <a:endParaRPr lang="zh-CN" altLang="en-US" b="1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299075" y="3771900"/>
            <a:ext cx="1564005" cy="481330"/>
            <a:chOff x="5410199" y="2457450"/>
            <a:chExt cx="1371600" cy="428625"/>
          </a:xfrm>
          <a:solidFill>
            <a:srgbClr val="F06800"/>
          </a:solidFill>
        </p:grpSpPr>
        <p:sp>
          <p:nvSpPr>
            <p:cNvPr id="39" name="圆角矩形 16"/>
            <p:cNvSpPr/>
            <p:nvPr>
              <p:custDataLst>
                <p:tags r:id="rId14"/>
              </p:custDataLst>
            </p:nvPr>
          </p:nvSpPr>
          <p:spPr>
            <a:xfrm>
              <a:off x="5410199" y="2457450"/>
              <a:ext cx="1371600" cy="428625"/>
            </a:xfrm>
            <a:prstGeom prst="round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40" name="TextBox 13"/>
            <p:cNvSpPr txBox="1"/>
            <p:nvPr>
              <p:custDataLst>
                <p:tags r:id="rId15"/>
              </p:custDataLst>
            </p:nvPr>
          </p:nvSpPr>
          <p:spPr>
            <a:xfrm>
              <a:off x="5767387" y="2533262"/>
              <a:ext cx="781050" cy="24654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algn="l" defTabSz="1216660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prstClr val="white"/>
                  </a:solidFill>
                  <a:cs typeface="+mn-ea"/>
                  <a:sym typeface="+mn-lt"/>
                </a:rPr>
                <a:t>步骤三</a:t>
              </a:r>
              <a:endParaRPr lang="zh-CN" altLang="en-US" b="1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299075" y="4793615"/>
            <a:ext cx="1564005" cy="481330"/>
            <a:chOff x="5410199" y="2457450"/>
            <a:chExt cx="1371600" cy="428625"/>
          </a:xfrm>
          <a:solidFill>
            <a:srgbClr val="F06800"/>
          </a:solidFill>
        </p:grpSpPr>
        <p:sp>
          <p:nvSpPr>
            <p:cNvPr id="42" name="圆角矩形 16"/>
            <p:cNvSpPr/>
            <p:nvPr>
              <p:custDataLst>
                <p:tags r:id="rId16"/>
              </p:custDataLst>
            </p:nvPr>
          </p:nvSpPr>
          <p:spPr>
            <a:xfrm>
              <a:off x="5410199" y="2457450"/>
              <a:ext cx="1371600" cy="428625"/>
            </a:xfrm>
            <a:prstGeom prst="round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43" name="TextBox 13"/>
            <p:cNvSpPr txBox="1"/>
            <p:nvPr>
              <p:custDataLst>
                <p:tags r:id="rId17"/>
              </p:custDataLst>
            </p:nvPr>
          </p:nvSpPr>
          <p:spPr>
            <a:xfrm>
              <a:off x="5767387" y="2533262"/>
              <a:ext cx="781050" cy="24654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algn="l" defTabSz="1216660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prstClr val="white"/>
                  </a:solidFill>
                  <a:cs typeface="+mn-ea"/>
                  <a:sym typeface="+mn-lt"/>
                </a:rPr>
                <a:t>步骤四</a:t>
              </a:r>
              <a:endParaRPr lang="zh-CN" altLang="en-US" b="1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TextBox 92"/>
          <p:cNvSpPr txBox="1"/>
          <p:nvPr>
            <p:custDataLst>
              <p:tags r:id="rId18"/>
            </p:custDataLst>
          </p:nvPr>
        </p:nvSpPr>
        <p:spPr>
          <a:xfrm>
            <a:off x="1132840" y="4253230"/>
            <a:ext cx="3860165" cy="107950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p>
            <a:pPr fontAlgn="auto">
              <a:lnSpc>
                <a:spcPct val="130000"/>
              </a:lnSpc>
            </a:pPr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南京师范大学，简称“南师大”，坐落于六朝古都江苏省南京市，是教育部与江苏省人民政府共建的国家“双一流”建设高校，国家“211工程”首批重点建设高校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19"/>
            </p:custDataLst>
          </p:nvPr>
        </p:nvSpPr>
        <p:spPr>
          <a:xfrm>
            <a:off x="3731956" y="3906202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b="1" dirty="0">
                <a:solidFill>
                  <a:srgbClr val="00633D"/>
                </a:solidFill>
                <a:cs typeface="+mn-ea"/>
                <a:sym typeface="+mn-lt"/>
              </a:rPr>
              <a:t>输入标题</a:t>
            </a:r>
            <a:endParaRPr lang="zh-CN" altLang="en-US" b="1" dirty="0">
              <a:solidFill>
                <a:srgbClr val="00633D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>
            <p:custDataLst>
              <p:tags r:id="rId20"/>
            </p:custDataLst>
          </p:nvPr>
        </p:nvSpPr>
        <p:spPr>
          <a:xfrm>
            <a:off x="7136826" y="2819082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b="1" dirty="0">
                <a:solidFill>
                  <a:srgbClr val="00633D"/>
                </a:solidFill>
                <a:cs typeface="+mn-ea"/>
                <a:sym typeface="+mn-lt"/>
              </a:rPr>
              <a:t>输入标题</a:t>
            </a:r>
            <a:endParaRPr lang="zh-CN" altLang="en-US" b="1" dirty="0">
              <a:solidFill>
                <a:srgbClr val="00633D"/>
              </a:solidFill>
              <a:cs typeface="+mn-ea"/>
              <a:sym typeface="+mn-lt"/>
            </a:endParaRPr>
          </a:p>
        </p:txBody>
      </p:sp>
      <p:sp>
        <p:nvSpPr>
          <p:cNvPr id="17" name="TextBox 92"/>
          <p:cNvSpPr txBox="1"/>
          <p:nvPr>
            <p:custDataLst>
              <p:tags r:id="rId21"/>
            </p:custDataLst>
          </p:nvPr>
        </p:nvSpPr>
        <p:spPr>
          <a:xfrm>
            <a:off x="7113905" y="3231515"/>
            <a:ext cx="3860165" cy="107950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p>
            <a:pPr fontAlgn="auto">
              <a:lnSpc>
                <a:spcPct val="130000"/>
              </a:lnSpc>
            </a:pPr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南京师范大学，简称“南师大”，坐落于六朝古都江苏省南京市，是教育部与江苏省人民政府共建的国家“双一流”建设高校，国家“211工程”首批重点建设高校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22"/>
            </p:custDataLst>
          </p:nvPr>
        </p:nvSpPr>
        <p:spPr>
          <a:xfrm>
            <a:off x="7192071" y="4772342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b="1" dirty="0">
                <a:solidFill>
                  <a:srgbClr val="00633D"/>
                </a:solidFill>
                <a:cs typeface="+mn-ea"/>
                <a:sym typeface="+mn-lt"/>
              </a:rPr>
              <a:t>输入标题</a:t>
            </a:r>
            <a:endParaRPr lang="zh-CN" altLang="en-US" b="1" dirty="0">
              <a:solidFill>
                <a:srgbClr val="00633D"/>
              </a:solidFill>
              <a:cs typeface="+mn-ea"/>
              <a:sym typeface="+mn-lt"/>
            </a:endParaRPr>
          </a:p>
        </p:txBody>
      </p:sp>
      <p:sp>
        <p:nvSpPr>
          <p:cNvPr id="19" name="TextBox 92"/>
          <p:cNvSpPr txBox="1"/>
          <p:nvPr>
            <p:custDataLst>
              <p:tags r:id="rId23"/>
            </p:custDataLst>
          </p:nvPr>
        </p:nvSpPr>
        <p:spPr>
          <a:xfrm>
            <a:off x="7169150" y="5184775"/>
            <a:ext cx="3860165" cy="107950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p>
            <a:pPr fontAlgn="auto">
              <a:lnSpc>
                <a:spcPct val="130000"/>
              </a:lnSpc>
            </a:pPr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南京师范大学，简称“南师大”，坐落于六朝古都江苏省南京市，是教育部与江苏省人民政府共建的国家“双一流”建设高校，国家“211工程”首批重点建设高校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 descr="C:\Users\清屿\Desktop\南师推送照片\微信图片_20230624222327.jpg微信图片_20230624222327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7857173" y="1396365"/>
            <a:ext cx="3635375" cy="4846320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7401878" y="1925060"/>
            <a:ext cx="771437" cy="771436"/>
            <a:chOff x="6938352" y="2232000"/>
            <a:chExt cx="771437" cy="771436"/>
          </a:xfrm>
        </p:grpSpPr>
        <p:sp>
          <p:nvSpPr>
            <p:cNvPr id="57" name="Oval 6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6938352" y="2232000"/>
              <a:ext cx="771437" cy="771436"/>
            </a:xfrm>
            <a:prstGeom prst="ellipse">
              <a:avLst/>
            </a:prstGeom>
            <a:solidFill>
              <a:srgbClr val="00633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60" name="Freeform 62"/>
            <p:cNvSpPr>
              <a:spLocks noChangeAspect="1"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152617" y="2445031"/>
              <a:ext cx="342906" cy="345373"/>
            </a:xfrm>
            <a:custGeom>
              <a:avLst/>
              <a:gdLst/>
              <a:ahLst/>
              <a:cxnLst>
                <a:cxn ang="0">
                  <a:pos x="58" y="33"/>
                </a:cxn>
                <a:cxn ang="0">
                  <a:pos x="57" y="34"/>
                </a:cxn>
                <a:cxn ang="0">
                  <a:pos x="50" y="35"/>
                </a:cxn>
                <a:cxn ang="0">
                  <a:pos x="49" y="39"/>
                </a:cxn>
                <a:cxn ang="0">
                  <a:pos x="53" y="44"/>
                </a:cxn>
                <a:cxn ang="0">
                  <a:pos x="53" y="45"/>
                </a:cxn>
                <a:cxn ang="0">
                  <a:pos x="53" y="46"/>
                </a:cxn>
                <a:cxn ang="0">
                  <a:pos x="45" y="53"/>
                </a:cxn>
                <a:cxn ang="0">
                  <a:pos x="44" y="52"/>
                </a:cxn>
                <a:cxn ang="0">
                  <a:pos x="39" y="48"/>
                </a:cxn>
                <a:cxn ang="0">
                  <a:pos x="36" y="50"/>
                </a:cxn>
                <a:cxn ang="0">
                  <a:pos x="34" y="57"/>
                </a:cxn>
                <a:cxn ang="0">
                  <a:pos x="33" y="58"/>
                </a:cxn>
                <a:cxn ang="0">
                  <a:pos x="25" y="58"/>
                </a:cxn>
                <a:cxn ang="0">
                  <a:pos x="23" y="57"/>
                </a:cxn>
                <a:cxn ang="0">
                  <a:pos x="22" y="50"/>
                </a:cxn>
                <a:cxn ang="0">
                  <a:pos x="19" y="48"/>
                </a:cxn>
                <a:cxn ang="0">
                  <a:pos x="14" y="52"/>
                </a:cxn>
                <a:cxn ang="0">
                  <a:pos x="13" y="53"/>
                </a:cxn>
                <a:cxn ang="0">
                  <a:pos x="12" y="52"/>
                </a:cxn>
                <a:cxn ang="0">
                  <a:pos x="5" y="46"/>
                </a:cxn>
                <a:cxn ang="0">
                  <a:pos x="5" y="45"/>
                </a:cxn>
                <a:cxn ang="0">
                  <a:pos x="5" y="44"/>
                </a:cxn>
                <a:cxn ang="0">
                  <a:pos x="9" y="39"/>
                </a:cxn>
                <a:cxn ang="0">
                  <a:pos x="8" y="35"/>
                </a:cxn>
                <a:cxn ang="0">
                  <a:pos x="1" y="34"/>
                </a:cxn>
                <a:cxn ang="0">
                  <a:pos x="0" y="33"/>
                </a:cxn>
                <a:cxn ang="0">
                  <a:pos x="0" y="24"/>
                </a:cxn>
                <a:cxn ang="0">
                  <a:pos x="1" y="23"/>
                </a:cxn>
                <a:cxn ang="0">
                  <a:pos x="8" y="22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3" y="5"/>
                </a:cxn>
                <a:cxn ang="0">
                  <a:pos x="14" y="5"/>
                </a:cxn>
                <a:cxn ang="0">
                  <a:pos x="19" y="9"/>
                </a:cxn>
                <a:cxn ang="0">
                  <a:pos x="22" y="8"/>
                </a:cxn>
                <a:cxn ang="0">
                  <a:pos x="23" y="1"/>
                </a:cxn>
                <a:cxn ang="0">
                  <a:pos x="25" y="0"/>
                </a:cxn>
                <a:cxn ang="0">
                  <a:pos x="33" y="0"/>
                </a:cxn>
                <a:cxn ang="0">
                  <a:pos x="34" y="1"/>
                </a:cxn>
                <a:cxn ang="0">
                  <a:pos x="36" y="8"/>
                </a:cxn>
                <a:cxn ang="0">
                  <a:pos x="39" y="9"/>
                </a:cxn>
                <a:cxn ang="0">
                  <a:pos x="44" y="5"/>
                </a:cxn>
                <a:cxn ang="0">
                  <a:pos x="45" y="5"/>
                </a:cxn>
                <a:cxn ang="0">
                  <a:pos x="46" y="5"/>
                </a:cxn>
                <a:cxn ang="0">
                  <a:pos x="52" y="12"/>
                </a:cxn>
                <a:cxn ang="0">
                  <a:pos x="53" y="12"/>
                </a:cxn>
                <a:cxn ang="0">
                  <a:pos x="52" y="13"/>
                </a:cxn>
                <a:cxn ang="0">
                  <a:pos x="48" y="18"/>
                </a:cxn>
                <a:cxn ang="0">
                  <a:pos x="50" y="22"/>
                </a:cxn>
                <a:cxn ang="0">
                  <a:pos x="57" y="23"/>
                </a:cxn>
                <a:cxn ang="0">
                  <a:pos x="58" y="25"/>
                </a:cxn>
                <a:cxn ang="0">
                  <a:pos x="58" y="33"/>
                </a:cxn>
                <a:cxn ang="0">
                  <a:pos x="29" y="19"/>
                </a:cxn>
                <a:cxn ang="0">
                  <a:pos x="19" y="29"/>
                </a:cxn>
                <a:cxn ang="0">
                  <a:pos x="29" y="38"/>
                </a:cxn>
                <a:cxn ang="0">
                  <a:pos x="39" y="29"/>
                </a:cxn>
                <a:cxn ang="0">
                  <a:pos x="29" y="19"/>
                </a:cxn>
              </a:cxnLst>
              <a:rect l="0" t="0" r="r" b="b"/>
              <a:pathLst>
                <a:path w="58" h="58">
                  <a:moveTo>
                    <a:pt x="58" y="33"/>
                  </a:moveTo>
                  <a:cubicBezTo>
                    <a:pt x="58" y="34"/>
                    <a:pt x="58" y="34"/>
                    <a:pt x="57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7"/>
                    <a:pt x="49" y="38"/>
                    <a:pt x="49" y="39"/>
                  </a:cubicBezTo>
                  <a:cubicBezTo>
                    <a:pt x="50" y="41"/>
                    <a:pt x="51" y="42"/>
                    <a:pt x="53" y="44"/>
                  </a:cubicBezTo>
                  <a:cubicBezTo>
                    <a:pt x="53" y="44"/>
                    <a:pt x="53" y="45"/>
                    <a:pt x="53" y="45"/>
                  </a:cubicBezTo>
                  <a:cubicBezTo>
                    <a:pt x="53" y="45"/>
                    <a:pt x="53" y="46"/>
                    <a:pt x="53" y="46"/>
                  </a:cubicBezTo>
                  <a:cubicBezTo>
                    <a:pt x="52" y="47"/>
                    <a:pt x="47" y="53"/>
                    <a:pt x="45" y="53"/>
                  </a:cubicBezTo>
                  <a:cubicBezTo>
                    <a:pt x="45" y="53"/>
                    <a:pt x="45" y="53"/>
                    <a:pt x="44" y="52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8" y="49"/>
                    <a:pt x="37" y="49"/>
                    <a:pt x="36" y="50"/>
                  </a:cubicBezTo>
                  <a:cubicBezTo>
                    <a:pt x="35" y="52"/>
                    <a:pt x="35" y="55"/>
                    <a:pt x="34" y="57"/>
                  </a:cubicBezTo>
                  <a:cubicBezTo>
                    <a:pt x="34" y="57"/>
                    <a:pt x="34" y="58"/>
                    <a:pt x="33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4" y="58"/>
                    <a:pt x="23" y="57"/>
                    <a:pt x="23" y="5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49"/>
                    <a:pt x="20" y="49"/>
                    <a:pt x="19" y="48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2" y="53"/>
                    <a:pt x="12" y="53"/>
                    <a:pt x="12" y="52"/>
                  </a:cubicBezTo>
                  <a:cubicBezTo>
                    <a:pt x="10" y="50"/>
                    <a:pt x="7" y="48"/>
                    <a:pt x="5" y="46"/>
                  </a:cubicBezTo>
                  <a:cubicBezTo>
                    <a:pt x="5" y="46"/>
                    <a:pt x="5" y="45"/>
                    <a:pt x="5" y="45"/>
                  </a:cubicBezTo>
                  <a:cubicBezTo>
                    <a:pt x="5" y="45"/>
                    <a:pt x="5" y="44"/>
                    <a:pt x="5" y="44"/>
                  </a:cubicBezTo>
                  <a:cubicBezTo>
                    <a:pt x="7" y="42"/>
                    <a:pt x="8" y="41"/>
                    <a:pt x="9" y="39"/>
                  </a:cubicBezTo>
                  <a:cubicBezTo>
                    <a:pt x="9" y="38"/>
                    <a:pt x="8" y="37"/>
                    <a:pt x="8" y="35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1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1"/>
                    <a:pt x="9" y="20"/>
                    <a:pt x="9" y="18"/>
                  </a:cubicBezTo>
                  <a:cubicBezTo>
                    <a:pt x="8" y="17"/>
                    <a:pt x="7" y="15"/>
                    <a:pt x="5" y="13"/>
                  </a:cubicBezTo>
                  <a:cubicBezTo>
                    <a:pt x="5" y="13"/>
                    <a:pt x="5" y="13"/>
                    <a:pt x="5" y="12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6" y="10"/>
                    <a:pt x="11" y="5"/>
                    <a:pt x="13" y="5"/>
                  </a:cubicBezTo>
                  <a:cubicBezTo>
                    <a:pt x="13" y="5"/>
                    <a:pt x="13" y="5"/>
                    <a:pt x="14" y="5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2" y="5"/>
                    <a:pt x="23" y="3"/>
                    <a:pt x="23" y="1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1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8" y="7"/>
                    <a:pt x="51" y="9"/>
                    <a:pt x="52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2" y="13"/>
                  </a:cubicBezTo>
                  <a:cubicBezTo>
                    <a:pt x="51" y="15"/>
                    <a:pt x="50" y="17"/>
                    <a:pt x="48" y="18"/>
                  </a:cubicBezTo>
                  <a:cubicBezTo>
                    <a:pt x="49" y="20"/>
                    <a:pt x="50" y="21"/>
                    <a:pt x="50" y="22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4"/>
                    <a:pt x="58" y="25"/>
                  </a:cubicBezTo>
                  <a:lnTo>
                    <a:pt x="58" y="33"/>
                  </a:lnTo>
                  <a:close/>
                  <a:moveTo>
                    <a:pt x="29" y="19"/>
                  </a:moveTo>
                  <a:cubicBezTo>
                    <a:pt x="24" y="19"/>
                    <a:pt x="19" y="23"/>
                    <a:pt x="19" y="29"/>
                  </a:cubicBezTo>
                  <a:cubicBezTo>
                    <a:pt x="19" y="34"/>
                    <a:pt x="24" y="38"/>
                    <a:pt x="29" y="38"/>
                  </a:cubicBezTo>
                  <a:cubicBezTo>
                    <a:pt x="34" y="38"/>
                    <a:pt x="39" y="34"/>
                    <a:pt x="39" y="29"/>
                  </a:cubicBezTo>
                  <a:cubicBezTo>
                    <a:pt x="39" y="23"/>
                    <a:pt x="34" y="19"/>
                    <a:pt x="29" y="1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682" tIns="60841" rIns="121682" bIns="60841" numCol="1" anchor="t" anchorCtr="0" compatLnSpc="1"/>
            <a:p>
              <a:endParaRPr lang="en-US" sz="3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7401877" y="3616483"/>
            <a:ext cx="771437" cy="771436"/>
            <a:chOff x="6938352" y="3445667"/>
            <a:chExt cx="771437" cy="771436"/>
          </a:xfrm>
        </p:grpSpPr>
        <p:sp>
          <p:nvSpPr>
            <p:cNvPr id="62" name="Oval 7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6938352" y="3445667"/>
              <a:ext cx="771437" cy="771436"/>
            </a:xfrm>
            <a:prstGeom prst="ellipse">
              <a:avLst/>
            </a:prstGeom>
            <a:solidFill>
              <a:srgbClr val="00A86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63" name="Freeform 24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>
              <a:off x="7118606" y="3665660"/>
              <a:ext cx="345647" cy="34537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8" y="56"/>
                </a:cxn>
                <a:cxn ang="0">
                  <a:pos x="28" y="67"/>
                </a:cxn>
                <a:cxn ang="0">
                  <a:pos x="26" y="68"/>
                </a:cxn>
                <a:cxn ang="0">
                  <a:pos x="26" y="68"/>
                </a:cxn>
                <a:cxn ang="0">
                  <a:pos x="24" y="65"/>
                </a:cxn>
                <a:cxn ang="0">
                  <a:pos x="24" y="52"/>
                </a:cxn>
                <a:cxn ang="0">
                  <a:pos x="57" y="12"/>
                </a:cxn>
                <a:cxn ang="0">
                  <a:pos x="16" y="47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5" y="0"/>
                </a:cxn>
                <a:cxn ang="0">
                  <a:pos x="67" y="0"/>
                </a:cxn>
                <a:cxn ang="0">
                  <a:pos x="68" y="3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7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5" y="67"/>
                    <a:pt x="24" y="66"/>
                    <a:pt x="24" y="65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6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682" tIns="60841" rIns="121682" bIns="60841" numCol="1" anchor="t" anchorCtr="0" compatLnSpc="1"/>
            <a:p>
              <a:endParaRPr lang="en-US" sz="3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7401878" y="5189520"/>
            <a:ext cx="771437" cy="771436"/>
            <a:chOff x="6938352" y="4700564"/>
            <a:chExt cx="771437" cy="771436"/>
          </a:xfrm>
        </p:grpSpPr>
        <p:sp>
          <p:nvSpPr>
            <p:cNvPr id="65" name="Oval 8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6938352" y="4700564"/>
              <a:ext cx="771437" cy="771436"/>
            </a:xfrm>
            <a:prstGeom prst="ellipse">
              <a:avLst/>
            </a:prstGeom>
            <a:solidFill>
              <a:srgbClr val="0088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66" name="Freeform 79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168529" y="4930864"/>
              <a:ext cx="311082" cy="310836"/>
            </a:xfrm>
            <a:custGeom>
              <a:avLst/>
              <a:gdLst/>
              <a:ahLst/>
              <a:cxnLst>
                <a:cxn ang="0">
                  <a:pos x="236" y="200"/>
                </a:cxn>
                <a:cxn ang="0">
                  <a:pos x="176" y="200"/>
                </a:cxn>
                <a:cxn ang="0">
                  <a:pos x="160" y="200"/>
                </a:cxn>
                <a:cxn ang="0">
                  <a:pos x="160" y="220"/>
                </a:cxn>
                <a:cxn ang="0">
                  <a:pos x="176" y="236"/>
                </a:cxn>
                <a:cxn ang="0">
                  <a:pos x="176" y="240"/>
                </a:cxn>
                <a:cxn ang="0">
                  <a:pos x="72" y="240"/>
                </a:cxn>
                <a:cxn ang="0">
                  <a:pos x="72" y="236"/>
                </a:cxn>
                <a:cxn ang="0">
                  <a:pos x="88" y="220"/>
                </a:cxn>
                <a:cxn ang="0">
                  <a:pos x="88" y="200"/>
                </a:cxn>
                <a:cxn ang="0">
                  <a:pos x="72" y="200"/>
                </a:cxn>
                <a:cxn ang="0">
                  <a:pos x="12" y="200"/>
                </a:cxn>
                <a:cxn ang="0">
                  <a:pos x="0" y="188"/>
                </a:cxn>
                <a:cxn ang="0">
                  <a:pos x="0" y="28"/>
                </a:cxn>
                <a:cxn ang="0">
                  <a:pos x="12" y="16"/>
                </a:cxn>
                <a:cxn ang="0">
                  <a:pos x="86" y="16"/>
                </a:cxn>
                <a:cxn ang="0">
                  <a:pos x="70" y="32"/>
                </a:cxn>
                <a:cxn ang="0">
                  <a:pos x="16" y="32"/>
                </a:cxn>
                <a:cxn ang="0">
                  <a:pos x="16" y="168"/>
                </a:cxn>
                <a:cxn ang="0">
                  <a:pos x="232" y="168"/>
                </a:cxn>
                <a:cxn ang="0">
                  <a:pos x="232" y="32"/>
                </a:cxn>
                <a:cxn ang="0">
                  <a:pos x="178" y="32"/>
                </a:cxn>
                <a:cxn ang="0">
                  <a:pos x="162" y="16"/>
                </a:cxn>
                <a:cxn ang="0">
                  <a:pos x="236" y="16"/>
                </a:cxn>
                <a:cxn ang="0">
                  <a:pos x="248" y="28"/>
                </a:cxn>
                <a:cxn ang="0">
                  <a:pos x="248" y="188"/>
                </a:cxn>
                <a:cxn ang="0">
                  <a:pos x="236" y="200"/>
                </a:cxn>
                <a:cxn ang="0">
                  <a:pos x="152" y="52"/>
                </a:cxn>
                <a:cxn ang="0">
                  <a:pos x="144" y="48"/>
                </a:cxn>
                <a:cxn ang="0">
                  <a:pos x="136" y="41"/>
                </a:cxn>
                <a:cxn ang="0">
                  <a:pos x="136" y="96"/>
                </a:cxn>
                <a:cxn ang="0">
                  <a:pos x="124" y="108"/>
                </a:cxn>
                <a:cxn ang="0">
                  <a:pos x="112" y="96"/>
                </a:cxn>
                <a:cxn ang="0">
                  <a:pos x="112" y="41"/>
                </a:cxn>
                <a:cxn ang="0">
                  <a:pos x="104" y="48"/>
                </a:cxn>
                <a:cxn ang="0">
                  <a:pos x="96" y="52"/>
                </a:cxn>
                <a:cxn ang="0">
                  <a:pos x="84" y="40"/>
                </a:cxn>
                <a:cxn ang="0">
                  <a:pos x="88" y="32"/>
                </a:cxn>
                <a:cxn ang="0">
                  <a:pos x="116" y="4"/>
                </a:cxn>
                <a:cxn ang="0">
                  <a:pos x="124" y="0"/>
                </a:cxn>
                <a:cxn ang="0">
                  <a:pos x="132" y="4"/>
                </a:cxn>
                <a:cxn ang="0">
                  <a:pos x="160" y="32"/>
                </a:cxn>
                <a:cxn ang="0">
                  <a:pos x="164" y="40"/>
                </a:cxn>
                <a:cxn ang="0">
                  <a:pos x="152" y="52"/>
                </a:cxn>
              </a:cxnLst>
              <a:rect l="0" t="0" r="r" b="b"/>
              <a:pathLst>
                <a:path w="248" h="240">
                  <a:moveTo>
                    <a:pt x="236" y="200"/>
                  </a:moveTo>
                  <a:cubicBezTo>
                    <a:pt x="176" y="200"/>
                    <a:pt x="176" y="200"/>
                    <a:pt x="176" y="200"/>
                  </a:cubicBezTo>
                  <a:cubicBezTo>
                    <a:pt x="160" y="200"/>
                    <a:pt x="160" y="200"/>
                    <a:pt x="160" y="200"/>
                  </a:cubicBezTo>
                  <a:cubicBezTo>
                    <a:pt x="160" y="220"/>
                    <a:pt x="160" y="220"/>
                    <a:pt x="160" y="220"/>
                  </a:cubicBezTo>
                  <a:cubicBezTo>
                    <a:pt x="176" y="236"/>
                    <a:pt x="176" y="236"/>
                    <a:pt x="176" y="236"/>
                  </a:cubicBezTo>
                  <a:cubicBezTo>
                    <a:pt x="176" y="240"/>
                    <a:pt x="176" y="240"/>
                    <a:pt x="176" y="240"/>
                  </a:cubicBezTo>
                  <a:cubicBezTo>
                    <a:pt x="72" y="240"/>
                    <a:pt x="72" y="240"/>
                    <a:pt x="72" y="240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88" y="220"/>
                    <a:pt x="88" y="220"/>
                    <a:pt x="88" y="220"/>
                  </a:cubicBezTo>
                  <a:cubicBezTo>
                    <a:pt x="88" y="200"/>
                    <a:pt x="88" y="200"/>
                    <a:pt x="88" y="200"/>
                  </a:cubicBezTo>
                  <a:cubicBezTo>
                    <a:pt x="72" y="200"/>
                    <a:pt x="72" y="200"/>
                    <a:pt x="72" y="200"/>
                  </a:cubicBezTo>
                  <a:cubicBezTo>
                    <a:pt x="12" y="200"/>
                    <a:pt x="12" y="200"/>
                    <a:pt x="12" y="200"/>
                  </a:cubicBezTo>
                  <a:cubicBezTo>
                    <a:pt x="5" y="200"/>
                    <a:pt x="0" y="195"/>
                    <a:pt x="0" y="1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5" y="16"/>
                    <a:pt x="12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232" y="168"/>
                    <a:pt x="232" y="168"/>
                    <a:pt x="232" y="168"/>
                  </a:cubicBezTo>
                  <a:cubicBezTo>
                    <a:pt x="232" y="32"/>
                    <a:pt x="232" y="32"/>
                    <a:pt x="232" y="32"/>
                  </a:cubicBezTo>
                  <a:cubicBezTo>
                    <a:pt x="178" y="32"/>
                    <a:pt x="178" y="32"/>
                    <a:pt x="178" y="32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43" y="16"/>
                    <a:pt x="248" y="21"/>
                    <a:pt x="248" y="28"/>
                  </a:cubicBezTo>
                  <a:cubicBezTo>
                    <a:pt x="248" y="188"/>
                    <a:pt x="248" y="188"/>
                    <a:pt x="248" y="188"/>
                  </a:cubicBezTo>
                  <a:cubicBezTo>
                    <a:pt x="248" y="195"/>
                    <a:pt x="243" y="200"/>
                    <a:pt x="236" y="200"/>
                  </a:cubicBezTo>
                  <a:moveTo>
                    <a:pt x="152" y="52"/>
                  </a:moveTo>
                  <a:cubicBezTo>
                    <a:pt x="149" y="52"/>
                    <a:pt x="146" y="51"/>
                    <a:pt x="144" y="48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103"/>
                    <a:pt x="131" y="108"/>
                    <a:pt x="124" y="108"/>
                  </a:cubicBezTo>
                  <a:cubicBezTo>
                    <a:pt x="117" y="108"/>
                    <a:pt x="112" y="103"/>
                    <a:pt x="112" y="96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2" y="51"/>
                    <a:pt x="99" y="52"/>
                    <a:pt x="96" y="52"/>
                  </a:cubicBezTo>
                  <a:cubicBezTo>
                    <a:pt x="89" y="52"/>
                    <a:pt x="84" y="47"/>
                    <a:pt x="84" y="40"/>
                  </a:cubicBezTo>
                  <a:cubicBezTo>
                    <a:pt x="84" y="37"/>
                    <a:pt x="85" y="34"/>
                    <a:pt x="88" y="32"/>
                  </a:cubicBezTo>
                  <a:cubicBezTo>
                    <a:pt x="116" y="4"/>
                    <a:pt x="116" y="4"/>
                    <a:pt x="116" y="4"/>
                  </a:cubicBezTo>
                  <a:cubicBezTo>
                    <a:pt x="118" y="1"/>
                    <a:pt x="121" y="0"/>
                    <a:pt x="124" y="0"/>
                  </a:cubicBezTo>
                  <a:cubicBezTo>
                    <a:pt x="127" y="0"/>
                    <a:pt x="130" y="1"/>
                    <a:pt x="132" y="4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3" y="34"/>
                    <a:pt x="164" y="37"/>
                    <a:pt x="164" y="40"/>
                  </a:cubicBezTo>
                  <a:cubicBezTo>
                    <a:pt x="164" y="47"/>
                    <a:pt x="159" y="52"/>
                    <a:pt x="152" y="5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26440" y="1309370"/>
            <a:ext cx="6398260" cy="1393190"/>
            <a:chOff x="586" y="2062"/>
            <a:chExt cx="10076" cy="2194"/>
          </a:xfrm>
        </p:grpSpPr>
        <p:grpSp>
          <p:nvGrpSpPr>
            <p:cNvPr id="75" name="组合 74"/>
            <p:cNvGrpSpPr/>
            <p:nvPr/>
          </p:nvGrpSpPr>
          <p:grpSpPr>
            <a:xfrm>
              <a:off x="694" y="2062"/>
              <a:ext cx="3000" cy="708"/>
              <a:chOff x="586" y="2062"/>
              <a:chExt cx="3000" cy="708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986" y="2136"/>
                <a:ext cx="212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</a:rPr>
                  <a:t>输入标题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6" name="矩形 75"/>
            <p:cNvSpPr/>
            <p:nvPr>
              <p:custDataLst>
                <p:tags r:id="rId13"/>
              </p:custDataLst>
            </p:nvPr>
          </p:nvSpPr>
          <p:spPr>
            <a:xfrm>
              <a:off x="586" y="3106"/>
              <a:ext cx="10077" cy="115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just" fontAlgn="auto">
                <a:lnSpc>
                  <a:spcPct val="130000"/>
                </a:lnSpc>
              </a:pPr>
              <a:r>
                <a:rPr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南京师范大学，简称“南师大”，坐落于六朝古都江苏省南京市，是教育部与江苏省人民政府共建的国家“双一流”建设高校</a:t>
              </a:r>
              <a:r>
                <a:rPr 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。</a:t>
              </a:r>
              <a:endPara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26440" y="3014980"/>
            <a:ext cx="6398260" cy="1393190"/>
            <a:chOff x="586" y="2062"/>
            <a:chExt cx="10076" cy="2194"/>
          </a:xfrm>
        </p:grpSpPr>
        <p:grpSp>
          <p:nvGrpSpPr>
            <p:cNvPr id="79" name="组合 78"/>
            <p:cNvGrpSpPr/>
            <p:nvPr/>
          </p:nvGrpSpPr>
          <p:grpSpPr>
            <a:xfrm>
              <a:off x="694" y="2062"/>
              <a:ext cx="3000" cy="708"/>
              <a:chOff x="586" y="2062"/>
              <a:chExt cx="3000" cy="708"/>
            </a:xfrm>
          </p:grpSpPr>
          <p:sp>
            <p:nvSpPr>
              <p:cNvPr id="80" name="矩形 79"/>
              <p:cNvSpPr/>
              <p:nvPr>
                <p:custDataLst>
                  <p:tags r:id="rId14"/>
                </p:custDataLst>
              </p:nvPr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986" y="2136"/>
                <a:ext cx="212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</a:rPr>
                  <a:t>输入标题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矩形 81"/>
            <p:cNvSpPr/>
            <p:nvPr>
              <p:custDataLst>
                <p:tags r:id="rId16"/>
              </p:custDataLst>
            </p:nvPr>
          </p:nvSpPr>
          <p:spPr>
            <a:xfrm>
              <a:off x="586" y="3106"/>
              <a:ext cx="10077" cy="115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just" fontAlgn="auto">
                <a:lnSpc>
                  <a:spcPct val="130000"/>
                </a:lnSpc>
              </a:pPr>
              <a:r>
                <a:rPr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南京师范大学，简称“南师大”，坐落于六朝古都江苏省南京市，是教育部与江苏省人民政府共建的国家“双一流”建设高校</a:t>
              </a:r>
              <a:r>
                <a:rPr 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。</a:t>
              </a:r>
              <a:endPara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727075" y="4753610"/>
            <a:ext cx="6398260" cy="1393190"/>
            <a:chOff x="586" y="2062"/>
            <a:chExt cx="10076" cy="2194"/>
          </a:xfrm>
        </p:grpSpPr>
        <p:grpSp>
          <p:nvGrpSpPr>
            <p:cNvPr id="84" name="组合 83"/>
            <p:cNvGrpSpPr/>
            <p:nvPr/>
          </p:nvGrpSpPr>
          <p:grpSpPr>
            <a:xfrm>
              <a:off x="694" y="2062"/>
              <a:ext cx="3000" cy="708"/>
              <a:chOff x="586" y="2062"/>
              <a:chExt cx="3000" cy="708"/>
            </a:xfrm>
          </p:grpSpPr>
          <p:sp>
            <p:nvSpPr>
              <p:cNvPr id="85" name="矩形 8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文本框 8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986" y="2136"/>
                <a:ext cx="212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</a:rPr>
                  <a:t>输入标题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7" name="矩形 86"/>
            <p:cNvSpPr/>
            <p:nvPr>
              <p:custDataLst>
                <p:tags r:id="rId19"/>
              </p:custDataLst>
            </p:nvPr>
          </p:nvSpPr>
          <p:spPr>
            <a:xfrm>
              <a:off x="586" y="3106"/>
              <a:ext cx="10077" cy="115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just" fontAlgn="auto">
                <a:lnSpc>
                  <a:spcPct val="130000"/>
                </a:lnSpc>
              </a:pPr>
              <a:r>
                <a:rPr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南京师范大学，简称“南师大”，坐落于六朝古都江苏省南京市，是教育部与江苏省人民政府共建的国家“双一流”建设高校</a:t>
              </a:r>
              <a:r>
                <a:rPr 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。</a:t>
              </a:r>
              <a:endPara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Part.02</a:t>
            </a:r>
            <a:endParaRPr lang="en-US" altLang="zh-CN" sz="3600" b="1">
              <a:solidFill>
                <a:srgbClr val="006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884295" y="2299335"/>
            <a:ext cx="4404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>
                <a:solidFill>
                  <a:srgbClr val="FFFFFF"/>
                </a:solidFill>
                <a:latin typeface="+mj-ea"/>
                <a:ea typeface="+mj-ea"/>
              </a:rPr>
              <a:t>输入大标题</a:t>
            </a:r>
            <a:endParaRPr lang="zh-CN" altLang="en-US" sz="60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FFFF"/>
                </a:solidFill>
                <a:latin typeface="+mj-ea"/>
                <a:ea typeface="+mj-ea"/>
              </a:rPr>
              <a:t>Enter a headline</a:t>
            </a:r>
            <a:endParaRPr lang="zh-CN" altLang="en-US" sz="24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椭圆 101"/>
          <p:cNvSpPr/>
          <p:nvPr>
            <p:custDataLst>
              <p:tags r:id="rId5"/>
            </p:custDataLst>
          </p:nvPr>
        </p:nvSpPr>
        <p:spPr>
          <a:xfrm>
            <a:off x="801370" y="1537970"/>
            <a:ext cx="432435" cy="432435"/>
          </a:xfrm>
          <a:prstGeom prst="ellipse">
            <a:avLst/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sym typeface="+mn-ea"/>
              </a:rPr>
              <a:t>1</a:t>
            </a:r>
            <a:endParaRPr lang="en-US" altLang="zh-CN" sz="20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6"/>
            </p:custDataLst>
          </p:nvPr>
        </p:nvSpPr>
        <p:spPr>
          <a:xfrm>
            <a:off x="1233805" y="1538605"/>
            <a:ext cx="226949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7"/>
            </p:custDataLst>
          </p:nvPr>
        </p:nvSpPr>
        <p:spPr>
          <a:xfrm>
            <a:off x="801370" y="2098040"/>
            <a:ext cx="2618740" cy="907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" name="椭圆 1"/>
          <p:cNvSpPr/>
          <p:nvPr>
            <p:custDataLst>
              <p:tags r:id="rId8"/>
            </p:custDataLst>
          </p:nvPr>
        </p:nvSpPr>
        <p:spPr>
          <a:xfrm>
            <a:off x="10848975" y="1537970"/>
            <a:ext cx="432435" cy="432435"/>
          </a:xfrm>
          <a:prstGeom prst="ellipse">
            <a:avLst/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sym typeface="+mn-ea"/>
              </a:rPr>
              <a:t>2</a:t>
            </a:r>
            <a:endParaRPr lang="en-US" altLang="zh-CN" sz="20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8491855" y="1538605"/>
            <a:ext cx="226949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801370" y="4407535"/>
            <a:ext cx="432435" cy="432435"/>
          </a:xfrm>
          <a:prstGeom prst="ellipse">
            <a:avLst/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sym typeface="+mn-ea"/>
              </a:rPr>
              <a:t>3</a:t>
            </a:r>
            <a:endParaRPr lang="en-US" altLang="zh-CN" sz="20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1233805" y="4408170"/>
            <a:ext cx="226949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7" name="椭圆 26"/>
          <p:cNvSpPr/>
          <p:nvPr>
            <p:custDataLst>
              <p:tags r:id="rId12"/>
            </p:custDataLst>
          </p:nvPr>
        </p:nvSpPr>
        <p:spPr>
          <a:xfrm>
            <a:off x="10848975" y="4407535"/>
            <a:ext cx="432435" cy="432435"/>
          </a:xfrm>
          <a:prstGeom prst="ellipse">
            <a:avLst/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sym typeface="+mn-ea"/>
              </a:rPr>
              <a:t>4</a:t>
            </a:r>
            <a:endParaRPr lang="en-US" altLang="zh-CN" sz="20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8491855" y="4408170"/>
            <a:ext cx="2269490" cy="4603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14"/>
            </p:custDataLst>
          </p:nvPr>
        </p:nvSpPr>
        <p:spPr>
          <a:xfrm>
            <a:off x="3890645" y="1926590"/>
            <a:ext cx="4260850" cy="4260850"/>
          </a:xfrm>
          <a:prstGeom prst="ellipse">
            <a:avLst/>
          </a:prstGeom>
          <a:gradFill rotWithShape="1">
            <a:gsLst>
              <a:gs pos="96000">
                <a:srgbClr val="00633D">
                  <a:alpha val="0"/>
                </a:srgbClr>
              </a:gs>
              <a:gs pos="0">
                <a:srgbClr val="00633D">
                  <a:alpha val="32000"/>
                </a:srgb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30" name="图片 129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976370" y="2511425"/>
            <a:ext cx="4183380" cy="32645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 descr="微信图片_202306242223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02125" y="2815590"/>
            <a:ext cx="3518535" cy="2065020"/>
          </a:xfrm>
          <a:prstGeom prst="rect">
            <a:avLst/>
          </a:prstGeom>
        </p:spPr>
      </p:pic>
      <p:sp>
        <p:nvSpPr>
          <p:cNvPr id="32" name="椭圆 31"/>
          <p:cNvSpPr/>
          <p:nvPr>
            <p:custDataLst>
              <p:tags r:id="rId18"/>
            </p:custDataLst>
          </p:nvPr>
        </p:nvSpPr>
        <p:spPr>
          <a:xfrm>
            <a:off x="3585845" y="1604010"/>
            <a:ext cx="4856480" cy="4856480"/>
          </a:xfrm>
          <a:prstGeom prst="ellipse">
            <a:avLst/>
          </a:prstGeom>
          <a:noFill/>
          <a:ln>
            <a:gradFill>
              <a:gsLst>
                <a:gs pos="73000">
                  <a:srgbClr val="00633D">
                    <a:alpha val="69000"/>
                  </a:srgbClr>
                </a:gs>
                <a:gs pos="1000">
                  <a:srgbClr val="00633D">
                    <a:alpha val="0"/>
                  </a:srgbClr>
                </a:gs>
              </a:gsLst>
              <a:lin ang="16200000" scaled="0"/>
            </a:gra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19"/>
            </p:custDataLst>
          </p:nvPr>
        </p:nvSpPr>
        <p:spPr>
          <a:xfrm>
            <a:off x="3317240" y="1268730"/>
            <a:ext cx="5420360" cy="5420360"/>
          </a:xfrm>
          <a:prstGeom prst="ellipse">
            <a:avLst/>
          </a:prstGeom>
          <a:noFill/>
          <a:ln w="41275">
            <a:gradFill>
              <a:gsLst>
                <a:gs pos="31000">
                  <a:srgbClr val="00633D">
                    <a:alpha val="0"/>
                  </a:srgbClr>
                </a:gs>
                <a:gs pos="100000">
                  <a:srgbClr val="00633D">
                    <a:alpha val="31000"/>
                  </a:srgbClr>
                </a:gs>
              </a:gsLst>
              <a:lin ang="167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0"/>
            </p:custDataLst>
          </p:nvPr>
        </p:nvSpPr>
        <p:spPr>
          <a:xfrm>
            <a:off x="801370" y="4996815"/>
            <a:ext cx="2618740" cy="907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1"/>
            </p:custDataLst>
          </p:nvPr>
        </p:nvSpPr>
        <p:spPr>
          <a:xfrm>
            <a:off x="8649335" y="2098040"/>
            <a:ext cx="2618740" cy="907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2"/>
            </p:custDataLst>
          </p:nvPr>
        </p:nvSpPr>
        <p:spPr>
          <a:xfrm>
            <a:off x="8651875" y="4996815"/>
            <a:ext cx="2618740" cy="907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5" name="组合 74"/>
          <p:cNvGrpSpPr/>
          <p:nvPr/>
        </p:nvGrpSpPr>
        <p:grpSpPr>
          <a:xfrm rot="0">
            <a:off x="1055370" y="1308100"/>
            <a:ext cx="10090785" cy="1409070"/>
            <a:chOff x="1460268" y="348361"/>
            <a:chExt cx="9848916" cy="1736716"/>
          </a:xfrm>
        </p:grpSpPr>
        <p:sp>
          <p:nvSpPr>
            <p:cNvPr id="76" name="矩形 75"/>
            <p:cNvSpPr/>
            <p:nvPr>
              <p:custDataLst>
                <p:tags r:id="rId5"/>
              </p:custDataLst>
            </p:nvPr>
          </p:nvSpPr>
          <p:spPr>
            <a:xfrm>
              <a:off x="1460268" y="348361"/>
              <a:ext cx="9848916" cy="1736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3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: 单圆角 7"/>
            <p:cNvSpPr/>
            <p:nvPr>
              <p:custDataLst>
                <p:tags r:id="rId6"/>
              </p:custDataLst>
            </p:nvPr>
          </p:nvSpPr>
          <p:spPr>
            <a:xfrm flipV="1">
              <a:off x="1460268" y="348361"/>
              <a:ext cx="959074" cy="682630"/>
            </a:xfrm>
            <a:prstGeom prst="round1Rect">
              <a:avLst>
                <a:gd name="adj" fmla="val 47364"/>
              </a:avLst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文本框 77"/>
            <p:cNvSpPr txBox="1"/>
            <p:nvPr>
              <p:custDataLst>
                <p:tags r:id="rId7"/>
              </p:custDataLst>
            </p:nvPr>
          </p:nvSpPr>
          <p:spPr>
            <a:xfrm>
              <a:off x="2552749" y="418276"/>
              <a:ext cx="3152748" cy="567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zh-CN" altLang="en-US" sz="2400" b="1" dirty="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输入大标题</a:t>
              </a:r>
              <a:endPara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8"/>
              </p:custDataLst>
            </p:nvPr>
          </p:nvSpPr>
          <p:spPr>
            <a:xfrm>
              <a:off x="1649301" y="373405"/>
              <a:ext cx="683617" cy="643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2800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01</a:t>
              </a:r>
              <a:endPara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 rot="0">
            <a:off x="1055370" y="2961640"/>
            <a:ext cx="10090785" cy="1409070"/>
            <a:chOff x="1460268" y="348361"/>
            <a:chExt cx="9848916" cy="1736716"/>
          </a:xfrm>
        </p:grpSpPr>
        <p:sp>
          <p:nvSpPr>
            <p:cNvPr id="82" name="矩形 81"/>
            <p:cNvSpPr/>
            <p:nvPr>
              <p:custDataLst>
                <p:tags r:id="rId9"/>
              </p:custDataLst>
            </p:nvPr>
          </p:nvSpPr>
          <p:spPr>
            <a:xfrm>
              <a:off x="1460268" y="348361"/>
              <a:ext cx="9848916" cy="1736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3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: 单圆角 19"/>
            <p:cNvSpPr/>
            <p:nvPr>
              <p:custDataLst>
                <p:tags r:id="rId10"/>
              </p:custDataLst>
            </p:nvPr>
          </p:nvSpPr>
          <p:spPr>
            <a:xfrm flipV="1">
              <a:off x="1460268" y="348361"/>
              <a:ext cx="959074" cy="682630"/>
            </a:xfrm>
            <a:prstGeom prst="round1Rect">
              <a:avLst>
                <a:gd name="adj" fmla="val 47364"/>
              </a:avLst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>
          <a:xfrm rot="0">
            <a:off x="1055370" y="4615815"/>
            <a:ext cx="10090785" cy="1409070"/>
            <a:chOff x="1460268" y="348361"/>
            <a:chExt cx="9848916" cy="1736716"/>
          </a:xfrm>
        </p:grpSpPr>
        <p:sp>
          <p:nvSpPr>
            <p:cNvPr id="88" name="矩形 87"/>
            <p:cNvSpPr/>
            <p:nvPr>
              <p:custDataLst>
                <p:tags r:id="rId11"/>
              </p:custDataLst>
            </p:nvPr>
          </p:nvSpPr>
          <p:spPr>
            <a:xfrm>
              <a:off x="1460268" y="348361"/>
              <a:ext cx="9848916" cy="1736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3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: 单圆角 31"/>
            <p:cNvSpPr/>
            <p:nvPr>
              <p:custDataLst>
                <p:tags r:id="rId12"/>
              </p:custDataLst>
            </p:nvPr>
          </p:nvSpPr>
          <p:spPr>
            <a:xfrm flipV="1">
              <a:off x="1460268" y="348361"/>
              <a:ext cx="959074" cy="682630"/>
            </a:xfrm>
            <a:prstGeom prst="round1Rect">
              <a:avLst>
                <a:gd name="adj" fmla="val 47364"/>
              </a:avLst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3" name="文本框 92"/>
          <p:cNvSpPr txBox="1"/>
          <p:nvPr>
            <p:custDataLst>
              <p:tags r:id="rId13"/>
            </p:custDataLst>
          </p:nvPr>
        </p:nvSpPr>
        <p:spPr>
          <a:xfrm>
            <a:off x="1249045" y="2978149"/>
            <a:ext cx="70040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14"/>
            </p:custDataLst>
          </p:nvPr>
        </p:nvSpPr>
        <p:spPr>
          <a:xfrm>
            <a:off x="1249045" y="4627879"/>
            <a:ext cx="70040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15"/>
            </p:custDataLst>
          </p:nvPr>
        </p:nvSpPr>
        <p:spPr>
          <a:xfrm>
            <a:off x="2174680" y="3057735"/>
            <a:ext cx="3230173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输入大标题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16"/>
            </p:custDataLst>
          </p:nvPr>
        </p:nvSpPr>
        <p:spPr>
          <a:xfrm>
            <a:off x="2174680" y="4711275"/>
            <a:ext cx="3230173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输入大标题</a:t>
            </a:r>
            <a:endParaRPr lang="zh-CN" altLang="en-US" sz="24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sp>
        <p:nvSpPr>
          <p:cNvPr id="97" name="矩形 96"/>
          <p:cNvSpPr/>
          <p:nvPr>
            <p:custDataLst>
              <p:tags r:id="rId17"/>
            </p:custDataLst>
          </p:nvPr>
        </p:nvSpPr>
        <p:spPr>
          <a:xfrm>
            <a:off x="1249045" y="1890395"/>
            <a:ext cx="973455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8" name="矩形 97"/>
          <p:cNvSpPr/>
          <p:nvPr>
            <p:custDataLst>
              <p:tags r:id="rId18"/>
            </p:custDataLst>
          </p:nvPr>
        </p:nvSpPr>
        <p:spPr>
          <a:xfrm>
            <a:off x="1284605" y="3559810"/>
            <a:ext cx="973455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9" name="矩形 98"/>
          <p:cNvSpPr/>
          <p:nvPr>
            <p:custDataLst>
              <p:tags r:id="rId19"/>
            </p:custDataLst>
          </p:nvPr>
        </p:nvSpPr>
        <p:spPr>
          <a:xfrm>
            <a:off x="1284605" y="5200650"/>
            <a:ext cx="973455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Part.03</a:t>
            </a:r>
            <a:endParaRPr lang="en-US" altLang="zh-CN" sz="3600" b="1">
              <a:solidFill>
                <a:srgbClr val="006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884295" y="2299335"/>
            <a:ext cx="4404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>
                <a:solidFill>
                  <a:srgbClr val="FFFFFF"/>
                </a:solidFill>
                <a:latin typeface="+mj-ea"/>
                <a:ea typeface="+mj-ea"/>
              </a:rPr>
              <a:t>输入大标题</a:t>
            </a:r>
            <a:endParaRPr lang="zh-CN" altLang="en-US" sz="60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FFFF"/>
                </a:solidFill>
                <a:latin typeface="+mj-ea"/>
                <a:ea typeface="+mj-ea"/>
              </a:rPr>
              <a:t>Enter a headline</a:t>
            </a:r>
            <a:endParaRPr lang="zh-CN" altLang="en-US" sz="24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0" name="图片 399" descr="C:\Users\清屿\Desktop\南师推送照片\微信图片_20230624222314.jpg微信图片_202306242223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13497"/>
          <a:stretch>
            <a:fillRect/>
          </a:stretch>
        </p:blipFill>
        <p:spPr>
          <a:xfrm>
            <a:off x="638175" y="1483995"/>
            <a:ext cx="3174365" cy="4482465"/>
          </a:xfrm>
          <a:custGeom>
            <a:avLst/>
            <a:gdLst>
              <a:gd name="connsiteX0" fmla="*/ 3193118 w 3193118"/>
              <a:gd name="connsiteY0" fmla="*/ 0 h 4535893"/>
              <a:gd name="connsiteX1" fmla="*/ 0 w 3193118"/>
              <a:gd name="connsiteY1" fmla="*/ 0 h 4535893"/>
              <a:gd name="connsiteX2" fmla="*/ 0 w 3193118"/>
              <a:gd name="connsiteY2" fmla="*/ 4535893 h 4535893"/>
              <a:gd name="connsiteX3" fmla="*/ 3193118 w 3193118"/>
              <a:gd name="connsiteY3" fmla="*/ 4535893 h 4535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3118" h="4535893">
                <a:moveTo>
                  <a:pt x="3193118" y="0"/>
                </a:moveTo>
                <a:lnTo>
                  <a:pt x="0" y="0"/>
                </a:lnTo>
                <a:lnTo>
                  <a:pt x="0" y="4535893"/>
                </a:lnTo>
                <a:lnTo>
                  <a:pt x="3193118" y="4535893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520565" y="1483995"/>
            <a:ext cx="2195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gradFill>
                  <a:gsLst>
                    <a:gs pos="0">
                      <a:schemeClr val="accent1"/>
                    </a:gs>
                    <a:gs pos="85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/>
            <a:lvl5pPr/>
            <a:lvl6pPr/>
            <a:lvl7pPr/>
            <a:lvl8pPr/>
            <a:lvl9pPr/>
          </a:lstStyle>
          <a:p>
            <a:pPr algn="dist"/>
            <a:r>
              <a:rPr lang="zh-CN" altLang="en-US" sz="2800" b="1" dirty="0">
                <a:solidFill>
                  <a:srgbClr val="00633D"/>
                </a:solidFill>
              </a:rPr>
              <a:t>输入大标题</a:t>
            </a:r>
            <a:endParaRPr lang="zh-CN" altLang="en-US" sz="2800" b="1" dirty="0">
              <a:solidFill>
                <a:srgbClr val="00633D"/>
              </a:solidFill>
            </a:endParaRPr>
          </a:p>
        </p:txBody>
      </p:sp>
      <p:sp>
        <p:nvSpPr>
          <p:cNvPr id="395" name="文本框 394"/>
          <p:cNvSpPr txBox="1"/>
          <p:nvPr>
            <p:custDataLst>
              <p:tags r:id="rId8"/>
            </p:custDataLst>
          </p:nvPr>
        </p:nvSpPr>
        <p:spPr>
          <a:xfrm>
            <a:off x="5262115" y="3820686"/>
            <a:ext cx="1554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00633D"/>
                </a:solidFill>
                <a:latin typeface="+mn-ea"/>
                <a:cs typeface="微软雅黑 Light" panose="020B0502040204020203" charset="-122"/>
              </a:rPr>
              <a:t>输入你的正文</a:t>
            </a:r>
            <a:endParaRPr lang="zh-CN" altLang="en-US" sz="1800" b="1" dirty="0">
              <a:solidFill>
                <a:srgbClr val="00633D"/>
              </a:solidFill>
              <a:latin typeface="+mn-ea"/>
              <a:cs typeface="微软雅黑 Light" panose="020B0502040204020203" charset="-122"/>
            </a:endParaRPr>
          </a:p>
        </p:txBody>
      </p:sp>
      <p:sp>
        <p:nvSpPr>
          <p:cNvPr id="396" name="文本框 395"/>
          <p:cNvSpPr txBox="1"/>
          <p:nvPr>
            <p:custDataLst>
              <p:tags r:id="rId9"/>
            </p:custDataLst>
          </p:nvPr>
        </p:nvSpPr>
        <p:spPr>
          <a:xfrm>
            <a:off x="8190764" y="3846392"/>
            <a:ext cx="1554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00633D"/>
                </a:solidFill>
                <a:latin typeface="+mn-ea"/>
                <a:cs typeface="微软雅黑 Light" panose="020B0502040204020203" charset="-122"/>
              </a:rPr>
              <a:t>输入你的正文</a:t>
            </a:r>
            <a:endParaRPr lang="zh-CN" altLang="en-US" sz="1800" b="1" dirty="0">
              <a:solidFill>
                <a:srgbClr val="00633D"/>
              </a:solidFill>
              <a:latin typeface="+mn-ea"/>
              <a:cs typeface="微软雅黑 Light" panose="020B0502040204020203" charset="-122"/>
            </a:endParaRPr>
          </a:p>
        </p:txBody>
      </p:sp>
      <p:sp>
        <p:nvSpPr>
          <p:cNvPr id="397" name="文本框 396"/>
          <p:cNvSpPr txBox="1"/>
          <p:nvPr>
            <p:custDataLst>
              <p:tags r:id="rId10"/>
            </p:custDataLst>
          </p:nvPr>
        </p:nvSpPr>
        <p:spPr>
          <a:xfrm>
            <a:off x="5262115" y="5168060"/>
            <a:ext cx="1554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00633D"/>
                </a:solidFill>
                <a:latin typeface="+mn-ea"/>
                <a:cs typeface="微软雅黑 Light" panose="020B0502040204020203" charset="-122"/>
              </a:rPr>
              <a:t>输入你的正文</a:t>
            </a:r>
            <a:endParaRPr lang="zh-CN" altLang="en-US" sz="1800" b="1" dirty="0">
              <a:solidFill>
                <a:srgbClr val="00633D"/>
              </a:solidFill>
              <a:latin typeface="+mn-ea"/>
              <a:cs typeface="微软雅黑 Light" panose="020B0502040204020203" charset="-122"/>
            </a:endParaRPr>
          </a:p>
        </p:txBody>
      </p:sp>
      <p:sp>
        <p:nvSpPr>
          <p:cNvPr id="398" name="文本框 397"/>
          <p:cNvSpPr txBox="1"/>
          <p:nvPr>
            <p:custDataLst>
              <p:tags r:id="rId11"/>
            </p:custDataLst>
          </p:nvPr>
        </p:nvSpPr>
        <p:spPr>
          <a:xfrm>
            <a:off x="8190764" y="5193766"/>
            <a:ext cx="1554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00633D"/>
                </a:solidFill>
                <a:latin typeface="+mn-ea"/>
                <a:cs typeface="微软雅黑 Light" panose="020B0502040204020203" charset="-122"/>
              </a:rPr>
              <a:t>输入你的正文</a:t>
            </a:r>
            <a:endParaRPr lang="zh-CN" altLang="en-US" sz="1800" b="1" dirty="0">
              <a:solidFill>
                <a:srgbClr val="00633D"/>
              </a:solidFill>
              <a:latin typeface="+mn-ea"/>
              <a:cs typeface="微软雅黑 Light" panose="020B0502040204020203" charset="-122"/>
            </a:endParaRPr>
          </a:p>
        </p:txBody>
      </p:sp>
      <p:grpSp>
        <p:nvGrpSpPr>
          <p:cNvPr id="401" name="图形 4"/>
          <p:cNvGrpSpPr/>
          <p:nvPr/>
        </p:nvGrpSpPr>
        <p:grpSpPr>
          <a:xfrm>
            <a:off x="7588061" y="5049500"/>
            <a:ext cx="475136" cy="566608"/>
            <a:chOff x="8365972" y="5628306"/>
            <a:chExt cx="737753" cy="879782"/>
          </a:xfrm>
          <a:solidFill>
            <a:schemeClr val="accent1"/>
          </a:solidFill>
        </p:grpSpPr>
        <p:sp>
          <p:nvSpPr>
            <p:cNvPr id="402" name="任意多边形: 形状 401"/>
            <p:cNvSpPr/>
            <p:nvPr>
              <p:custDataLst>
                <p:tags r:id="rId12"/>
              </p:custDataLst>
            </p:nvPr>
          </p:nvSpPr>
          <p:spPr>
            <a:xfrm>
              <a:off x="8365972" y="5812396"/>
              <a:ext cx="486287" cy="486785"/>
            </a:xfrm>
            <a:custGeom>
              <a:avLst/>
              <a:gdLst>
                <a:gd name="connsiteX0" fmla="*/ 285553 w 486287"/>
                <a:gd name="connsiteY0" fmla="*/ 486785 h 486785"/>
                <a:gd name="connsiteX1" fmla="*/ 200734 w 486287"/>
                <a:gd name="connsiteY1" fmla="*/ 486785 h 486785"/>
                <a:gd name="connsiteX2" fmla="*/ 193558 w 486287"/>
                <a:gd name="connsiteY2" fmla="*/ 479610 h 486785"/>
                <a:gd name="connsiteX3" fmla="*/ 193558 w 486287"/>
                <a:gd name="connsiteY3" fmla="*/ 433562 h 486785"/>
                <a:gd name="connsiteX4" fmla="*/ 143823 w 486287"/>
                <a:gd name="connsiteY4" fmla="*/ 412931 h 486785"/>
                <a:gd name="connsiteX5" fmla="*/ 111331 w 486287"/>
                <a:gd name="connsiteY5" fmla="*/ 445523 h 486785"/>
                <a:gd name="connsiteX6" fmla="*/ 106247 w 486287"/>
                <a:gd name="connsiteY6" fmla="*/ 447615 h 486785"/>
                <a:gd name="connsiteX7" fmla="*/ 106247 w 486287"/>
                <a:gd name="connsiteY7" fmla="*/ 447615 h 486785"/>
                <a:gd name="connsiteX8" fmla="*/ 101165 w 486287"/>
                <a:gd name="connsiteY8" fmla="*/ 445523 h 486785"/>
                <a:gd name="connsiteX9" fmla="*/ 41263 w 486287"/>
                <a:gd name="connsiteY9" fmla="*/ 385521 h 486785"/>
                <a:gd name="connsiteX10" fmla="*/ 41263 w 486287"/>
                <a:gd name="connsiteY10" fmla="*/ 375355 h 486785"/>
                <a:gd name="connsiteX11" fmla="*/ 73855 w 486287"/>
                <a:gd name="connsiteY11" fmla="*/ 342764 h 486785"/>
                <a:gd name="connsiteX12" fmla="*/ 53224 w 486287"/>
                <a:gd name="connsiteY12" fmla="*/ 293029 h 486785"/>
                <a:gd name="connsiteX13" fmla="*/ 7176 w 486287"/>
                <a:gd name="connsiteY13" fmla="*/ 293029 h 486785"/>
                <a:gd name="connsiteX14" fmla="*/ 0 w 486287"/>
                <a:gd name="connsiteY14" fmla="*/ 285852 h 486785"/>
                <a:gd name="connsiteX15" fmla="*/ 0 w 486287"/>
                <a:gd name="connsiteY15" fmla="*/ 201033 h 486785"/>
                <a:gd name="connsiteX16" fmla="*/ 7176 w 486287"/>
                <a:gd name="connsiteY16" fmla="*/ 193857 h 486785"/>
                <a:gd name="connsiteX17" fmla="*/ 53224 w 486287"/>
                <a:gd name="connsiteY17" fmla="*/ 193857 h 486785"/>
                <a:gd name="connsiteX18" fmla="*/ 73855 w 486287"/>
                <a:gd name="connsiteY18" fmla="*/ 144023 h 486785"/>
                <a:gd name="connsiteX19" fmla="*/ 41263 w 486287"/>
                <a:gd name="connsiteY19" fmla="*/ 111430 h 486785"/>
                <a:gd name="connsiteX20" fmla="*/ 41263 w 486287"/>
                <a:gd name="connsiteY20" fmla="*/ 101264 h 486785"/>
                <a:gd name="connsiteX21" fmla="*/ 101165 w 486287"/>
                <a:gd name="connsiteY21" fmla="*/ 41263 h 486785"/>
                <a:gd name="connsiteX22" fmla="*/ 106247 w 486287"/>
                <a:gd name="connsiteY22" fmla="*/ 39170 h 486785"/>
                <a:gd name="connsiteX23" fmla="*/ 106247 w 486287"/>
                <a:gd name="connsiteY23" fmla="*/ 39170 h 486785"/>
                <a:gd name="connsiteX24" fmla="*/ 111331 w 486287"/>
                <a:gd name="connsiteY24" fmla="*/ 41263 h 486785"/>
                <a:gd name="connsiteX25" fmla="*/ 143823 w 486287"/>
                <a:gd name="connsiteY25" fmla="*/ 73855 h 486785"/>
                <a:gd name="connsiteX26" fmla="*/ 193558 w 486287"/>
                <a:gd name="connsiteY26" fmla="*/ 53223 h 486785"/>
                <a:gd name="connsiteX27" fmla="*/ 193558 w 486287"/>
                <a:gd name="connsiteY27" fmla="*/ 7176 h 486785"/>
                <a:gd name="connsiteX28" fmla="*/ 200734 w 486287"/>
                <a:gd name="connsiteY28" fmla="*/ 0 h 486785"/>
                <a:gd name="connsiteX29" fmla="*/ 285454 w 486287"/>
                <a:gd name="connsiteY29" fmla="*/ 0 h 486785"/>
                <a:gd name="connsiteX30" fmla="*/ 292629 w 486287"/>
                <a:gd name="connsiteY30" fmla="*/ 7176 h 486785"/>
                <a:gd name="connsiteX31" fmla="*/ 292629 w 486287"/>
                <a:gd name="connsiteY31" fmla="*/ 53223 h 486785"/>
                <a:gd name="connsiteX32" fmla="*/ 342364 w 486287"/>
                <a:gd name="connsiteY32" fmla="*/ 73855 h 486785"/>
                <a:gd name="connsiteX33" fmla="*/ 374957 w 486287"/>
                <a:gd name="connsiteY33" fmla="*/ 41263 h 486785"/>
                <a:gd name="connsiteX34" fmla="*/ 380040 w 486287"/>
                <a:gd name="connsiteY34" fmla="*/ 39170 h 486785"/>
                <a:gd name="connsiteX35" fmla="*/ 385123 w 486287"/>
                <a:gd name="connsiteY35" fmla="*/ 41263 h 486785"/>
                <a:gd name="connsiteX36" fmla="*/ 445024 w 486287"/>
                <a:gd name="connsiteY36" fmla="*/ 101264 h 486785"/>
                <a:gd name="connsiteX37" fmla="*/ 445024 w 486287"/>
                <a:gd name="connsiteY37" fmla="*/ 111430 h 486785"/>
                <a:gd name="connsiteX38" fmla="*/ 412432 w 486287"/>
                <a:gd name="connsiteY38" fmla="*/ 144023 h 486785"/>
                <a:gd name="connsiteX39" fmla="*/ 433064 w 486287"/>
                <a:gd name="connsiteY39" fmla="*/ 193857 h 486785"/>
                <a:gd name="connsiteX40" fmla="*/ 479111 w 486287"/>
                <a:gd name="connsiteY40" fmla="*/ 193857 h 486785"/>
                <a:gd name="connsiteX41" fmla="*/ 486287 w 486287"/>
                <a:gd name="connsiteY41" fmla="*/ 201033 h 486785"/>
                <a:gd name="connsiteX42" fmla="*/ 486287 w 486287"/>
                <a:gd name="connsiteY42" fmla="*/ 285852 h 486785"/>
                <a:gd name="connsiteX43" fmla="*/ 479111 w 486287"/>
                <a:gd name="connsiteY43" fmla="*/ 293029 h 486785"/>
                <a:gd name="connsiteX44" fmla="*/ 433064 w 486287"/>
                <a:gd name="connsiteY44" fmla="*/ 293029 h 486785"/>
                <a:gd name="connsiteX45" fmla="*/ 412432 w 486287"/>
                <a:gd name="connsiteY45" fmla="*/ 342764 h 486785"/>
                <a:gd name="connsiteX46" fmla="*/ 445024 w 486287"/>
                <a:gd name="connsiteY46" fmla="*/ 375355 h 486785"/>
                <a:gd name="connsiteX47" fmla="*/ 445024 w 486287"/>
                <a:gd name="connsiteY47" fmla="*/ 385521 h 486785"/>
                <a:gd name="connsiteX48" fmla="*/ 385123 w 486287"/>
                <a:gd name="connsiteY48" fmla="*/ 445523 h 486785"/>
                <a:gd name="connsiteX49" fmla="*/ 380040 w 486287"/>
                <a:gd name="connsiteY49" fmla="*/ 447615 h 486785"/>
                <a:gd name="connsiteX50" fmla="*/ 380040 w 486287"/>
                <a:gd name="connsiteY50" fmla="*/ 447615 h 486785"/>
                <a:gd name="connsiteX51" fmla="*/ 374957 w 486287"/>
                <a:gd name="connsiteY51" fmla="*/ 445523 h 486785"/>
                <a:gd name="connsiteX52" fmla="*/ 342364 w 486287"/>
                <a:gd name="connsiteY52" fmla="*/ 412931 h 486785"/>
                <a:gd name="connsiteX53" fmla="*/ 292629 w 486287"/>
                <a:gd name="connsiteY53" fmla="*/ 433562 h 486785"/>
                <a:gd name="connsiteX54" fmla="*/ 292629 w 486287"/>
                <a:gd name="connsiteY54" fmla="*/ 479610 h 486785"/>
                <a:gd name="connsiteX55" fmla="*/ 285553 w 486287"/>
                <a:gd name="connsiteY55" fmla="*/ 486785 h 486785"/>
                <a:gd name="connsiteX56" fmla="*/ 208010 w 486287"/>
                <a:gd name="connsiteY56" fmla="*/ 472334 h 486785"/>
                <a:gd name="connsiteX57" fmla="*/ 278377 w 486287"/>
                <a:gd name="connsiteY57" fmla="*/ 472334 h 486785"/>
                <a:gd name="connsiteX58" fmla="*/ 278377 w 486287"/>
                <a:gd name="connsiteY58" fmla="*/ 427781 h 486785"/>
                <a:gd name="connsiteX59" fmla="*/ 283958 w 486287"/>
                <a:gd name="connsiteY59" fmla="*/ 420705 h 486785"/>
                <a:gd name="connsiteX60" fmla="*/ 339774 w 486287"/>
                <a:gd name="connsiteY60" fmla="*/ 397582 h 486785"/>
                <a:gd name="connsiteX61" fmla="*/ 348743 w 486287"/>
                <a:gd name="connsiteY61" fmla="*/ 398578 h 486785"/>
                <a:gd name="connsiteX62" fmla="*/ 380239 w 486287"/>
                <a:gd name="connsiteY62" fmla="*/ 430074 h 486785"/>
                <a:gd name="connsiteX63" fmla="*/ 429974 w 486287"/>
                <a:gd name="connsiteY63" fmla="*/ 380338 h 486785"/>
                <a:gd name="connsiteX64" fmla="*/ 398478 w 486287"/>
                <a:gd name="connsiteY64" fmla="*/ 348843 h 486785"/>
                <a:gd name="connsiteX65" fmla="*/ 397482 w 486287"/>
                <a:gd name="connsiteY65" fmla="*/ 339873 h 486785"/>
                <a:gd name="connsiteX66" fmla="*/ 420605 w 486287"/>
                <a:gd name="connsiteY66" fmla="*/ 284058 h 486785"/>
                <a:gd name="connsiteX67" fmla="*/ 427681 w 486287"/>
                <a:gd name="connsiteY67" fmla="*/ 278477 h 486785"/>
                <a:gd name="connsiteX68" fmla="*/ 472134 w 486287"/>
                <a:gd name="connsiteY68" fmla="*/ 278477 h 486785"/>
                <a:gd name="connsiteX69" fmla="*/ 472134 w 486287"/>
                <a:gd name="connsiteY69" fmla="*/ 208110 h 486785"/>
                <a:gd name="connsiteX70" fmla="*/ 427681 w 486287"/>
                <a:gd name="connsiteY70" fmla="*/ 208110 h 486785"/>
                <a:gd name="connsiteX71" fmla="*/ 420605 w 486287"/>
                <a:gd name="connsiteY71" fmla="*/ 202528 h 486785"/>
                <a:gd name="connsiteX72" fmla="*/ 397482 w 486287"/>
                <a:gd name="connsiteY72" fmla="*/ 146614 h 486785"/>
                <a:gd name="connsiteX73" fmla="*/ 398478 w 486287"/>
                <a:gd name="connsiteY73" fmla="*/ 137644 h 486785"/>
                <a:gd name="connsiteX74" fmla="*/ 429974 w 486287"/>
                <a:gd name="connsiteY74" fmla="*/ 106148 h 486785"/>
                <a:gd name="connsiteX75" fmla="*/ 380239 w 486287"/>
                <a:gd name="connsiteY75" fmla="*/ 56413 h 486785"/>
                <a:gd name="connsiteX76" fmla="*/ 348743 w 486287"/>
                <a:gd name="connsiteY76" fmla="*/ 87909 h 486785"/>
                <a:gd name="connsiteX77" fmla="*/ 339774 w 486287"/>
                <a:gd name="connsiteY77" fmla="*/ 88905 h 486785"/>
                <a:gd name="connsiteX78" fmla="*/ 283958 w 486287"/>
                <a:gd name="connsiteY78" fmla="*/ 65782 h 486785"/>
                <a:gd name="connsiteX79" fmla="*/ 278377 w 486287"/>
                <a:gd name="connsiteY79" fmla="*/ 58805 h 486785"/>
                <a:gd name="connsiteX80" fmla="*/ 278377 w 486287"/>
                <a:gd name="connsiteY80" fmla="*/ 14253 h 486785"/>
                <a:gd name="connsiteX81" fmla="*/ 208010 w 486287"/>
                <a:gd name="connsiteY81" fmla="*/ 14253 h 486785"/>
                <a:gd name="connsiteX82" fmla="*/ 208010 w 486287"/>
                <a:gd name="connsiteY82" fmla="*/ 58805 h 486785"/>
                <a:gd name="connsiteX83" fmla="*/ 202429 w 486287"/>
                <a:gd name="connsiteY83" fmla="*/ 65782 h 486785"/>
                <a:gd name="connsiteX84" fmla="*/ 146614 w 486287"/>
                <a:gd name="connsiteY84" fmla="*/ 89005 h 486785"/>
                <a:gd name="connsiteX85" fmla="*/ 137644 w 486287"/>
                <a:gd name="connsiteY85" fmla="*/ 88008 h 486785"/>
                <a:gd name="connsiteX86" fmla="*/ 106247 w 486287"/>
                <a:gd name="connsiteY86" fmla="*/ 56512 h 486785"/>
                <a:gd name="connsiteX87" fmla="*/ 56512 w 486287"/>
                <a:gd name="connsiteY87" fmla="*/ 106247 h 486785"/>
                <a:gd name="connsiteX88" fmla="*/ 88008 w 486287"/>
                <a:gd name="connsiteY88" fmla="*/ 137743 h 486785"/>
                <a:gd name="connsiteX89" fmla="*/ 89005 w 486287"/>
                <a:gd name="connsiteY89" fmla="*/ 146713 h 486785"/>
                <a:gd name="connsiteX90" fmla="*/ 65881 w 486287"/>
                <a:gd name="connsiteY90" fmla="*/ 202628 h 486785"/>
                <a:gd name="connsiteX91" fmla="*/ 58805 w 486287"/>
                <a:gd name="connsiteY91" fmla="*/ 208210 h 486785"/>
                <a:gd name="connsiteX92" fmla="*/ 14253 w 486287"/>
                <a:gd name="connsiteY92" fmla="*/ 208210 h 486785"/>
                <a:gd name="connsiteX93" fmla="*/ 14253 w 486287"/>
                <a:gd name="connsiteY93" fmla="*/ 278576 h 486785"/>
                <a:gd name="connsiteX94" fmla="*/ 58805 w 486287"/>
                <a:gd name="connsiteY94" fmla="*/ 278576 h 486785"/>
                <a:gd name="connsiteX95" fmla="*/ 65881 w 486287"/>
                <a:gd name="connsiteY95" fmla="*/ 284158 h 486785"/>
                <a:gd name="connsiteX96" fmla="*/ 89005 w 486287"/>
                <a:gd name="connsiteY96" fmla="*/ 339972 h 486785"/>
                <a:gd name="connsiteX97" fmla="*/ 88008 w 486287"/>
                <a:gd name="connsiteY97" fmla="*/ 348943 h 486785"/>
                <a:gd name="connsiteX98" fmla="*/ 56512 w 486287"/>
                <a:gd name="connsiteY98" fmla="*/ 380438 h 486785"/>
                <a:gd name="connsiteX99" fmla="*/ 106247 w 486287"/>
                <a:gd name="connsiteY99" fmla="*/ 430173 h 486785"/>
                <a:gd name="connsiteX100" fmla="*/ 137644 w 486287"/>
                <a:gd name="connsiteY100" fmla="*/ 398678 h 486785"/>
                <a:gd name="connsiteX101" fmla="*/ 146614 w 486287"/>
                <a:gd name="connsiteY101" fmla="*/ 397681 h 486785"/>
                <a:gd name="connsiteX102" fmla="*/ 202429 w 486287"/>
                <a:gd name="connsiteY102" fmla="*/ 420904 h 486785"/>
                <a:gd name="connsiteX103" fmla="*/ 208010 w 486287"/>
                <a:gd name="connsiteY103" fmla="*/ 427981 h 486785"/>
                <a:gd name="connsiteX104" fmla="*/ 208010 w 486287"/>
                <a:gd name="connsiteY104" fmla="*/ 472334 h 48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86287" h="486785">
                  <a:moveTo>
                    <a:pt x="285553" y="486785"/>
                  </a:moveTo>
                  <a:lnTo>
                    <a:pt x="200734" y="486785"/>
                  </a:lnTo>
                  <a:cubicBezTo>
                    <a:pt x="196747" y="486785"/>
                    <a:pt x="193558" y="483597"/>
                    <a:pt x="193558" y="479610"/>
                  </a:cubicBezTo>
                  <a:lnTo>
                    <a:pt x="193558" y="433562"/>
                  </a:lnTo>
                  <a:cubicBezTo>
                    <a:pt x="176116" y="428977"/>
                    <a:pt x="159471" y="422100"/>
                    <a:pt x="143823" y="412931"/>
                  </a:cubicBezTo>
                  <a:lnTo>
                    <a:pt x="111331" y="445523"/>
                  </a:lnTo>
                  <a:cubicBezTo>
                    <a:pt x="109936" y="446818"/>
                    <a:pt x="108141" y="447615"/>
                    <a:pt x="106247" y="447615"/>
                  </a:cubicBezTo>
                  <a:cubicBezTo>
                    <a:pt x="106247" y="447615"/>
                    <a:pt x="106247" y="447615"/>
                    <a:pt x="106247" y="447615"/>
                  </a:cubicBezTo>
                  <a:cubicBezTo>
                    <a:pt x="104354" y="447615"/>
                    <a:pt x="102461" y="446818"/>
                    <a:pt x="101165" y="445523"/>
                  </a:cubicBezTo>
                  <a:lnTo>
                    <a:pt x="41263" y="385521"/>
                  </a:lnTo>
                  <a:cubicBezTo>
                    <a:pt x="38472" y="382731"/>
                    <a:pt x="38472" y="378146"/>
                    <a:pt x="41263" y="375355"/>
                  </a:cubicBezTo>
                  <a:lnTo>
                    <a:pt x="73855" y="342764"/>
                  </a:lnTo>
                  <a:cubicBezTo>
                    <a:pt x="64685" y="327215"/>
                    <a:pt x="57808" y="310471"/>
                    <a:pt x="53224" y="293029"/>
                  </a:cubicBezTo>
                  <a:lnTo>
                    <a:pt x="7176" y="293029"/>
                  </a:lnTo>
                  <a:cubicBezTo>
                    <a:pt x="3189" y="293029"/>
                    <a:pt x="0" y="289839"/>
                    <a:pt x="0" y="285852"/>
                  </a:cubicBezTo>
                  <a:lnTo>
                    <a:pt x="0" y="201033"/>
                  </a:lnTo>
                  <a:cubicBezTo>
                    <a:pt x="0" y="197047"/>
                    <a:pt x="3189" y="193857"/>
                    <a:pt x="7176" y="193857"/>
                  </a:cubicBezTo>
                  <a:lnTo>
                    <a:pt x="53224" y="193857"/>
                  </a:lnTo>
                  <a:cubicBezTo>
                    <a:pt x="57808" y="176315"/>
                    <a:pt x="64685" y="159671"/>
                    <a:pt x="73855" y="144023"/>
                  </a:cubicBezTo>
                  <a:lnTo>
                    <a:pt x="41263" y="111430"/>
                  </a:lnTo>
                  <a:cubicBezTo>
                    <a:pt x="38472" y="108640"/>
                    <a:pt x="38472" y="104055"/>
                    <a:pt x="41263" y="101264"/>
                  </a:cubicBezTo>
                  <a:lnTo>
                    <a:pt x="101165" y="41263"/>
                  </a:lnTo>
                  <a:cubicBezTo>
                    <a:pt x="102461" y="39868"/>
                    <a:pt x="104354" y="39170"/>
                    <a:pt x="106247" y="39170"/>
                  </a:cubicBezTo>
                  <a:cubicBezTo>
                    <a:pt x="106247" y="39170"/>
                    <a:pt x="106247" y="39170"/>
                    <a:pt x="106247" y="39170"/>
                  </a:cubicBezTo>
                  <a:cubicBezTo>
                    <a:pt x="108141" y="39170"/>
                    <a:pt x="110035" y="39968"/>
                    <a:pt x="111331" y="41263"/>
                  </a:cubicBezTo>
                  <a:lnTo>
                    <a:pt x="143823" y="73855"/>
                  </a:lnTo>
                  <a:cubicBezTo>
                    <a:pt x="159471" y="64685"/>
                    <a:pt x="176116" y="57708"/>
                    <a:pt x="193558" y="53223"/>
                  </a:cubicBezTo>
                  <a:lnTo>
                    <a:pt x="193558" y="7176"/>
                  </a:lnTo>
                  <a:cubicBezTo>
                    <a:pt x="193558" y="3189"/>
                    <a:pt x="196747" y="0"/>
                    <a:pt x="200734" y="0"/>
                  </a:cubicBezTo>
                  <a:lnTo>
                    <a:pt x="285454" y="0"/>
                  </a:lnTo>
                  <a:cubicBezTo>
                    <a:pt x="289440" y="0"/>
                    <a:pt x="292629" y="3189"/>
                    <a:pt x="292629" y="7176"/>
                  </a:cubicBezTo>
                  <a:lnTo>
                    <a:pt x="292629" y="53223"/>
                  </a:lnTo>
                  <a:cubicBezTo>
                    <a:pt x="310072" y="57808"/>
                    <a:pt x="326717" y="64685"/>
                    <a:pt x="342364" y="73855"/>
                  </a:cubicBezTo>
                  <a:lnTo>
                    <a:pt x="374957" y="41263"/>
                  </a:lnTo>
                  <a:cubicBezTo>
                    <a:pt x="376352" y="39868"/>
                    <a:pt x="378146" y="39170"/>
                    <a:pt x="380040" y="39170"/>
                  </a:cubicBezTo>
                  <a:cubicBezTo>
                    <a:pt x="381934" y="39170"/>
                    <a:pt x="383827" y="39968"/>
                    <a:pt x="385123" y="41263"/>
                  </a:cubicBezTo>
                  <a:lnTo>
                    <a:pt x="445024" y="101264"/>
                  </a:lnTo>
                  <a:cubicBezTo>
                    <a:pt x="447815" y="104055"/>
                    <a:pt x="447815" y="108640"/>
                    <a:pt x="445024" y="111430"/>
                  </a:cubicBezTo>
                  <a:lnTo>
                    <a:pt x="412432" y="144023"/>
                  </a:lnTo>
                  <a:cubicBezTo>
                    <a:pt x="421602" y="159671"/>
                    <a:pt x="428479" y="176315"/>
                    <a:pt x="433064" y="193857"/>
                  </a:cubicBezTo>
                  <a:lnTo>
                    <a:pt x="479111" y="193857"/>
                  </a:lnTo>
                  <a:cubicBezTo>
                    <a:pt x="483098" y="193857"/>
                    <a:pt x="486287" y="197146"/>
                    <a:pt x="486287" y="201033"/>
                  </a:cubicBezTo>
                  <a:lnTo>
                    <a:pt x="486287" y="285852"/>
                  </a:lnTo>
                  <a:cubicBezTo>
                    <a:pt x="486287" y="289839"/>
                    <a:pt x="483098" y="293029"/>
                    <a:pt x="479111" y="293029"/>
                  </a:cubicBezTo>
                  <a:lnTo>
                    <a:pt x="433064" y="293029"/>
                  </a:lnTo>
                  <a:cubicBezTo>
                    <a:pt x="428479" y="310471"/>
                    <a:pt x="421602" y="327215"/>
                    <a:pt x="412432" y="342764"/>
                  </a:cubicBezTo>
                  <a:lnTo>
                    <a:pt x="445024" y="375355"/>
                  </a:lnTo>
                  <a:cubicBezTo>
                    <a:pt x="447815" y="378146"/>
                    <a:pt x="447815" y="382731"/>
                    <a:pt x="445024" y="385521"/>
                  </a:cubicBezTo>
                  <a:lnTo>
                    <a:pt x="385123" y="445523"/>
                  </a:lnTo>
                  <a:cubicBezTo>
                    <a:pt x="383728" y="446918"/>
                    <a:pt x="381934" y="447615"/>
                    <a:pt x="380040" y="447615"/>
                  </a:cubicBezTo>
                  <a:lnTo>
                    <a:pt x="380040" y="447615"/>
                  </a:lnTo>
                  <a:cubicBezTo>
                    <a:pt x="378146" y="447615"/>
                    <a:pt x="376252" y="446818"/>
                    <a:pt x="374957" y="445523"/>
                  </a:cubicBezTo>
                  <a:lnTo>
                    <a:pt x="342364" y="412931"/>
                  </a:lnTo>
                  <a:cubicBezTo>
                    <a:pt x="326816" y="422100"/>
                    <a:pt x="310072" y="428977"/>
                    <a:pt x="292629" y="433562"/>
                  </a:cubicBezTo>
                  <a:lnTo>
                    <a:pt x="292629" y="479610"/>
                  </a:lnTo>
                  <a:cubicBezTo>
                    <a:pt x="292829" y="483597"/>
                    <a:pt x="289540" y="486785"/>
                    <a:pt x="285553" y="486785"/>
                  </a:cubicBezTo>
                  <a:close/>
                  <a:moveTo>
                    <a:pt x="208010" y="472334"/>
                  </a:moveTo>
                  <a:lnTo>
                    <a:pt x="278377" y="472334"/>
                  </a:lnTo>
                  <a:lnTo>
                    <a:pt x="278377" y="427781"/>
                  </a:lnTo>
                  <a:cubicBezTo>
                    <a:pt x="278377" y="424393"/>
                    <a:pt x="280669" y="421502"/>
                    <a:pt x="283958" y="420705"/>
                  </a:cubicBezTo>
                  <a:cubicBezTo>
                    <a:pt x="303693" y="416120"/>
                    <a:pt x="322431" y="408346"/>
                    <a:pt x="339774" y="397582"/>
                  </a:cubicBezTo>
                  <a:cubicBezTo>
                    <a:pt x="342664" y="395788"/>
                    <a:pt x="346351" y="396186"/>
                    <a:pt x="348743" y="398578"/>
                  </a:cubicBezTo>
                  <a:lnTo>
                    <a:pt x="380239" y="430074"/>
                  </a:lnTo>
                  <a:lnTo>
                    <a:pt x="429974" y="380338"/>
                  </a:lnTo>
                  <a:lnTo>
                    <a:pt x="398478" y="348843"/>
                  </a:lnTo>
                  <a:cubicBezTo>
                    <a:pt x="396086" y="346451"/>
                    <a:pt x="395688" y="342764"/>
                    <a:pt x="397482" y="339873"/>
                  </a:cubicBezTo>
                  <a:cubicBezTo>
                    <a:pt x="408346" y="322630"/>
                    <a:pt x="416120" y="303892"/>
                    <a:pt x="420605" y="284058"/>
                  </a:cubicBezTo>
                  <a:cubicBezTo>
                    <a:pt x="421403" y="280769"/>
                    <a:pt x="424293" y="278477"/>
                    <a:pt x="427681" y="278477"/>
                  </a:cubicBezTo>
                  <a:lnTo>
                    <a:pt x="472134" y="278477"/>
                  </a:lnTo>
                  <a:lnTo>
                    <a:pt x="472134" y="208110"/>
                  </a:lnTo>
                  <a:lnTo>
                    <a:pt x="427681" y="208110"/>
                  </a:lnTo>
                  <a:cubicBezTo>
                    <a:pt x="424293" y="208110"/>
                    <a:pt x="421403" y="205818"/>
                    <a:pt x="420605" y="202528"/>
                  </a:cubicBezTo>
                  <a:cubicBezTo>
                    <a:pt x="416120" y="182793"/>
                    <a:pt x="408246" y="163956"/>
                    <a:pt x="397482" y="146614"/>
                  </a:cubicBezTo>
                  <a:cubicBezTo>
                    <a:pt x="395688" y="143723"/>
                    <a:pt x="396086" y="140036"/>
                    <a:pt x="398478" y="137644"/>
                  </a:cubicBezTo>
                  <a:lnTo>
                    <a:pt x="429974" y="106148"/>
                  </a:lnTo>
                  <a:lnTo>
                    <a:pt x="380239" y="56413"/>
                  </a:lnTo>
                  <a:lnTo>
                    <a:pt x="348743" y="87909"/>
                  </a:lnTo>
                  <a:cubicBezTo>
                    <a:pt x="346351" y="90301"/>
                    <a:pt x="342664" y="90699"/>
                    <a:pt x="339774" y="88905"/>
                  </a:cubicBezTo>
                  <a:cubicBezTo>
                    <a:pt x="322530" y="78041"/>
                    <a:pt x="303693" y="70267"/>
                    <a:pt x="283958" y="65782"/>
                  </a:cubicBezTo>
                  <a:cubicBezTo>
                    <a:pt x="280669" y="64985"/>
                    <a:pt x="278377" y="62094"/>
                    <a:pt x="278377" y="58805"/>
                  </a:cubicBezTo>
                  <a:lnTo>
                    <a:pt x="278377" y="14253"/>
                  </a:lnTo>
                  <a:lnTo>
                    <a:pt x="208010" y="14253"/>
                  </a:lnTo>
                  <a:lnTo>
                    <a:pt x="208010" y="58805"/>
                  </a:lnTo>
                  <a:cubicBezTo>
                    <a:pt x="208010" y="62194"/>
                    <a:pt x="205718" y="65084"/>
                    <a:pt x="202429" y="65782"/>
                  </a:cubicBezTo>
                  <a:cubicBezTo>
                    <a:pt x="182694" y="70367"/>
                    <a:pt x="163956" y="78141"/>
                    <a:pt x="146614" y="89005"/>
                  </a:cubicBezTo>
                  <a:cubicBezTo>
                    <a:pt x="143723" y="90799"/>
                    <a:pt x="140036" y="90400"/>
                    <a:pt x="137644" y="88008"/>
                  </a:cubicBezTo>
                  <a:lnTo>
                    <a:pt x="106247" y="56512"/>
                  </a:lnTo>
                  <a:lnTo>
                    <a:pt x="56512" y="106247"/>
                  </a:lnTo>
                  <a:lnTo>
                    <a:pt x="88008" y="137743"/>
                  </a:lnTo>
                  <a:cubicBezTo>
                    <a:pt x="90400" y="140135"/>
                    <a:pt x="90799" y="143823"/>
                    <a:pt x="89005" y="146713"/>
                  </a:cubicBezTo>
                  <a:cubicBezTo>
                    <a:pt x="78240" y="163956"/>
                    <a:pt x="70367" y="182694"/>
                    <a:pt x="65881" y="202628"/>
                  </a:cubicBezTo>
                  <a:cubicBezTo>
                    <a:pt x="65084" y="205917"/>
                    <a:pt x="62194" y="208210"/>
                    <a:pt x="58805" y="208210"/>
                  </a:cubicBezTo>
                  <a:lnTo>
                    <a:pt x="14253" y="208210"/>
                  </a:lnTo>
                  <a:lnTo>
                    <a:pt x="14253" y="278576"/>
                  </a:lnTo>
                  <a:lnTo>
                    <a:pt x="58805" y="278576"/>
                  </a:lnTo>
                  <a:cubicBezTo>
                    <a:pt x="62194" y="278576"/>
                    <a:pt x="65084" y="280869"/>
                    <a:pt x="65881" y="284158"/>
                  </a:cubicBezTo>
                  <a:cubicBezTo>
                    <a:pt x="70367" y="303992"/>
                    <a:pt x="78141" y="322730"/>
                    <a:pt x="89005" y="339972"/>
                  </a:cubicBezTo>
                  <a:cubicBezTo>
                    <a:pt x="90799" y="342863"/>
                    <a:pt x="90400" y="346551"/>
                    <a:pt x="88008" y="348943"/>
                  </a:cubicBezTo>
                  <a:lnTo>
                    <a:pt x="56512" y="380438"/>
                  </a:lnTo>
                  <a:lnTo>
                    <a:pt x="106247" y="430173"/>
                  </a:lnTo>
                  <a:lnTo>
                    <a:pt x="137644" y="398678"/>
                  </a:lnTo>
                  <a:cubicBezTo>
                    <a:pt x="140036" y="396286"/>
                    <a:pt x="143723" y="395887"/>
                    <a:pt x="146614" y="397681"/>
                  </a:cubicBezTo>
                  <a:cubicBezTo>
                    <a:pt x="163956" y="408545"/>
                    <a:pt x="182694" y="416320"/>
                    <a:pt x="202429" y="420904"/>
                  </a:cubicBezTo>
                  <a:cubicBezTo>
                    <a:pt x="205718" y="421702"/>
                    <a:pt x="208010" y="424592"/>
                    <a:pt x="208010" y="427981"/>
                  </a:cubicBezTo>
                  <a:lnTo>
                    <a:pt x="208010" y="472334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>
              <p:custDataLst>
                <p:tags r:id="rId13"/>
              </p:custDataLst>
            </p:nvPr>
          </p:nvSpPr>
          <p:spPr>
            <a:xfrm>
              <a:off x="8468831" y="5915155"/>
              <a:ext cx="280668" cy="281068"/>
            </a:xfrm>
            <a:custGeom>
              <a:avLst/>
              <a:gdLst>
                <a:gd name="connsiteX0" fmla="*/ 140335 w 280668"/>
                <a:gd name="connsiteY0" fmla="*/ 281068 h 281068"/>
                <a:gd name="connsiteX1" fmla="*/ 0 w 280668"/>
                <a:gd name="connsiteY1" fmla="*/ 140534 h 281068"/>
                <a:gd name="connsiteX2" fmla="*/ 140335 w 280668"/>
                <a:gd name="connsiteY2" fmla="*/ 0 h 281068"/>
                <a:gd name="connsiteX3" fmla="*/ 280669 w 280668"/>
                <a:gd name="connsiteY3" fmla="*/ 140534 h 281068"/>
                <a:gd name="connsiteX4" fmla="*/ 140335 w 280668"/>
                <a:gd name="connsiteY4" fmla="*/ 281068 h 281068"/>
                <a:gd name="connsiteX5" fmla="*/ 140335 w 280668"/>
                <a:gd name="connsiteY5" fmla="*/ 14452 h 281068"/>
                <a:gd name="connsiteX6" fmla="*/ 14352 w 280668"/>
                <a:gd name="connsiteY6" fmla="*/ 140534 h 281068"/>
                <a:gd name="connsiteX7" fmla="*/ 140335 w 280668"/>
                <a:gd name="connsiteY7" fmla="*/ 266616 h 281068"/>
                <a:gd name="connsiteX8" fmla="*/ 266317 w 280668"/>
                <a:gd name="connsiteY8" fmla="*/ 140534 h 281068"/>
                <a:gd name="connsiteX9" fmla="*/ 140335 w 280668"/>
                <a:gd name="connsiteY9" fmla="*/ 14452 h 28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0668" h="281068">
                  <a:moveTo>
                    <a:pt x="140335" y="281068"/>
                  </a:moveTo>
                  <a:cubicBezTo>
                    <a:pt x="62891" y="281068"/>
                    <a:pt x="0" y="218077"/>
                    <a:pt x="0" y="140534"/>
                  </a:cubicBezTo>
                  <a:cubicBezTo>
                    <a:pt x="0" y="63091"/>
                    <a:pt x="62991" y="0"/>
                    <a:pt x="140335" y="0"/>
                  </a:cubicBezTo>
                  <a:cubicBezTo>
                    <a:pt x="217678" y="0"/>
                    <a:pt x="280669" y="62991"/>
                    <a:pt x="280669" y="140534"/>
                  </a:cubicBezTo>
                  <a:cubicBezTo>
                    <a:pt x="280669" y="217977"/>
                    <a:pt x="217778" y="281068"/>
                    <a:pt x="140335" y="281068"/>
                  </a:cubicBezTo>
                  <a:close/>
                  <a:moveTo>
                    <a:pt x="140335" y="14452"/>
                  </a:moveTo>
                  <a:cubicBezTo>
                    <a:pt x="70865" y="14452"/>
                    <a:pt x="14352" y="70965"/>
                    <a:pt x="14352" y="140534"/>
                  </a:cubicBezTo>
                  <a:cubicBezTo>
                    <a:pt x="14352" y="210103"/>
                    <a:pt x="70865" y="266616"/>
                    <a:pt x="140335" y="266616"/>
                  </a:cubicBezTo>
                  <a:cubicBezTo>
                    <a:pt x="209804" y="266616"/>
                    <a:pt x="266317" y="210004"/>
                    <a:pt x="266317" y="140534"/>
                  </a:cubicBezTo>
                  <a:cubicBezTo>
                    <a:pt x="266317" y="70965"/>
                    <a:pt x="209804" y="14452"/>
                    <a:pt x="140335" y="144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>
              <p:custDataLst>
                <p:tags r:id="rId14"/>
              </p:custDataLst>
            </p:nvPr>
          </p:nvSpPr>
          <p:spPr>
            <a:xfrm>
              <a:off x="8810897" y="5657111"/>
              <a:ext cx="292828" cy="292828"/>
            </a:xfrm>
            <a:custGeom>
              <a:avLst/>
              <a:gdLst>
                <a:gd name="connsiteX0" fmla="*/ 171332 w 292828"/>
                <a:gd name="connsiteY0" fmla="*/ 292829 h 292828"/>
                <a:gd name="connsiteX1" fmla="*/ 121397 w 292828"/>
                <a:gd name="connsiteY1" fmla="*/ 292829 h 292828"/>
                <a:gd name="connsiteX2" fmla="*/ 114221 w 292828"/>
                <a:gd name="connsiteY2" fmla="*/ 285653 h 292828"/>
                <a:gd name="connsiteX3" fmla="*/ 114221 w 292828"/>
                <a:gd name="connsiteY3" fmla="*/ 260736 h 292828"/>
                <a:gd name="connsiteX4" fmla="*/ 88307 w 292828"/>
                <a:gd name="connsiteY4" fmla="*/ 250071 h 292828"/>
                <a:gd name="connsiteX5" fmla="*/ 70665 w 292828"/>
                <a:gd name="connsiteY5" fmla="*/ 267712 h 292828"/>
                <a:gd name="connsiteX6" fmla="*/ 65582 w 292828"/>
                <a:gd name="connsiteY6" fmla="*/ 269805 h 292828"/>
                <a:gd name="connsiteX7" fmla="*/ 65582 w 292828"/>
                <a:gd name="connsiteY7" fmla="*/ 269805 h 292828"/>
                <a:gd name="connsiteX8" fmla="*/ 60499 w 292828"/>
                <a:gd name="connsiteY8" fmla="*/ 267712 h 292828"/>
                <a:gd name="connsiteX9" fmla="*/ 25216 w 292828"/>
                <a:gd name="connsiteY9" fmla="*/ 232330 h 292828"/>
                <a:gd name="connsiteX10" fmla="*/ 25216 w 292828"/>
                <a:gd name="connsiteY10" fmla="*/ 222164 h 292828"/>
                <a:gd name="connsiteX11" fmla="*/ 42858 w 292828"/>
                <a:gd name="connsiteY11" fmla="*/ 204522 h 292828"/>
                <a:gd name="connsiteX12" fmla="*/ 32093 w 292828"/>
                <a:gd name="connsiteY12" fmla="*/ 178608 h 292828"/>
                <a:gd name="connsiteX13" fmla="*/ 7176 w 292828"/>
                <a:gd name="connsiteY13" fmla="*/ 178608 h 292828"/>
                <a:gd name="connsiteX14" fmla="*/ 0 w 292828"/>
                <a:gd name="connsiteY14" fmla="*/ 171432 h 292828"/>
                <a:gd name="connsiteX15" fmla="*/ 0 w 292828"/>
                <a:gd name="connsiteY15" fmla="*/ 121397 h 292828"/>
                <a:gd name="connsiteX16" fmla="*/ 7176 w 292828"/>
                <a:gd name="connsiteY16" fmla="*/ 114221 h 292828"/>
                <a:gd name="connsiteX17" fmla="*/ 32093 w 292828"/>
                <a:gd name="connsiteY17" fmla="*/ 114221 h 292828"/>
                <a:gd name="connsiteX18" fmla="*/ 42858 w 292828"/>
                <a:gd name="connsiteY18" fmla="*/ 88307 h 292828"/>
                <a:gd name="connsiteX19" fmla="*/ 25316 w 292828"/>
                <a:gd name="connsiteY19" fmla="*/ 70766 h 292828"/>
                <a:gd name="connsiteX20" fmla="*/ 25316 w 292828"/>
                <a:gd name="connsiteY20" fmla="*/ 60599 h 292828"/>
                <a:gd name="connsiteX21" fmla="*/ 60599 w 292828"/>
                <a:gd name="connsiteY21" fmla="*/ 25217 h 292828"/>
                <a:gd name="connsiteX22" fmla="*/ 65682 w 292828"/>
                <a:gd name="connsiteY22" fmla="*/ 23123 h 292828"/>
                <a:gd name="connsiteX23" fmla="*/ 70765 w 292828"/>
                <a:gd name="connsiteY23" fmla="*/ 25217 h 292828"/>
                <a:gd name="connsiteX24" fmla="*/ 88407 w 292828"/>
                <a:gd name="connsiteY24" fmla="*/ 42858 h 292828"/>
                <a:gd name="connsiteX25" fmla="*/ 114321 w 292828"/>
                <a:gd name="connsiteY25" fmla="*/ 32094 h 292828"/>
                <a:gd name="connsiteX26" fmla="*/ 114321 w 292828"/>
                <a:gd name="connsiteY26" fmla="*/ 7177 h 292828"/>
                <a:gd name="connsiteX27" fmla="*/ 121497 w 292828"/>
                <a:gd name="connsiteY27" fmla="*/ 0 h 292828"/>
                <a:gd name="connsiteX28" fmla="*/ 171432 w 292828"/>
                <a:gd name="connsiteY28" fmla="*/ 0 h 292828"/>
                <a:gd name="connsiteX29" fmla="*/ 178608 w 292828"/>
                <a:gd name="connsiteY29" fmla="*/ 7177 h 292828"/>
                <a:gd name="connsiteX30" fmla="*/ 178608 w 292828"/>
                <a:gd name="connsiteY30" fmla="*/ 32094 h 292828"/>
                <a:gd name="connsiteX31" fmla="*/ 204521 w 292828"/>
                <a:gd name="connsiteY31" fmla="*/ 42858 h 292828"/>
                <a:gd name="connsiteX32" fmla="*/ 222063 w 292828"/>
                <a:gd name="connsiteY32" fmla="*/ 25217 h 292828"/>
                <a:gd name="connsiteX33" fmla="*/ 227147 w 292828"/>
                <a:gd name="connsiteY33" fmla="*/ 23123 h 292828"/>
                <a:gd name="connsiteX34" fmla="*/ 227147 w 292828"/>
                <a:gd name="connsiteY34" fmla="*/ 23123 h 292828"/>
                <a:gd name="connsiteX35" fmla="*/ 232230 w 292828"/>
                <a:gd name="connsiteY35" fmla="*/ 25217 h 292828"/>
                <a:gd name="connsiteX36" fmla="*/ 267612 w 292828"/>
                <a:gd name="connsiteY36" fmla="*/ 60599 h 292828"/>
                <a:gd name="connsiteX37" fmla="*/ 267612 w 292828"/>
                <a:gd name="connsiteY37" fmla="*/ 70766 h 292828"/>
                <a:gd name="connsiteX38" fmla="*/ 249971 w 292828"/>
                <a:gd name="connsiteY38" fmla="*/ 88407 h 292828"/>
                <a:gd name="connsiteX39" fmla="*/ 260735 w 292828"/>
                <a:gd name="connsiteY39" fmla="*/ 114321 h 292828"/>
                <a:gd name="connsiteX40" fmla="*/ 285652 w 292828"/>
                <a:gd name="connsiteY40" fmla="*/ 114321 h 292828"/>
                <a:gd name="connsiteX41" fmla="*/ 292829 w 292828"/>
                <a:gd name="connsiteY41" fmla="*/ 121497 h 292828"/>
                <a:gd name="connsiteX42" fmla="*/ 292829 w 292828"/>
                <a:gd name="connsiteY42" fmla="*/ 171531 h 292828"/>
                <a:gd name="connsiteX43" fmla="*/ 285652 w 292828"/>
                <a:gd name="connsiteY43" fmla="*/ 178707 h 292828"/>
                <a:gd name="connsiteX44" fmla="*/ 260735 w 292828"/>
                <a:gd name="connsiteY44" fmla="*/ 178707 h 292828"/>
                <a:gd name="connsiteX45" fmla="*/ 249971 w 292828"/>
                <a:gd name="connsiteY45" fmla="*/ 204622 h 292828"/>
                <a:gd name="connsiteX46" fmla="*/ 267612 w 292828"/>
                <a:gd name="connsiteY46" fmla="*/ 222263 h 292828"/>
                <a:gd name="connsiteX47" fmla="*/ 267612 w 292828"/>
                <a:gd name="connsiteY47" fmla="*/ 232429 h 292828"/>
                <a:gd name="connsiteX48" fmla="*/ 232230 w 292828"/>
                <a:gd name="connsiteY48" fmla="*/ 267812 h 292828"/>
                <a:gd name="connsiteX49" fmla="*/ 227147 w 292828"/>
                <a:gd name="connsiteY49" fmla="*/ 269905 h 292828"/>
                <a:gd name="connsiteX50" fmla="*/ 227147 w 292828"/>
                <a:gd name="connsiteY50" fmla="*/ 269905 h 292828"/>
                <a:gd name="connsiteX51" fmla="*/ 222063 w 292828"/>
                <a:gd name="connsiteY51" fmla="*/ 267812 h 292828"/>
                <a:gd name="connsiteX52" fmla="*/ 204521 w 292828"/>
                <a:gd name="connsiteY52" fmla="*/ 250171 h 292828"/>
                <a:gd name="connsiteX53" fmla="*/ 178608 w 292828"/>
                <a:gd name="connsiteY53" fmla="*/ 260835 h 292828"/>
                <a:gd name="connsiteX54" fmla="*/ 178608 w 292828"/>
                <a:gd name="connsiteY54" fmla="*/ 285752 h 292828"/>
                <a:gd name="connsiteX55" fmla="*/ 171332 w 292828"/>
                <a:gd name="connsiteY55" fmla="*/ 292829 h 292828"/>
                <a:gd name="connsiteX56" fmla="*/ 128573 w 292828"/>
                <a:gd name="connsiteY56" fmla="*/ 278377 h 292828"/>
                <a:gd name="connsiteX57" fmla="*/ 164155 w 292828"/>
                <a:gd name="connsiteY57" fmla="*/ 278377 h 292828"/>
                <a:gd name="connsiteX58" fmla="*/ 164155 w 292828"/>
                <a:gd name="connsiteY58" fmla="*/ 255054 h 292828"/>
                <a:gd name="connsiteX59" fmla="*/ 169737 w 292828"/>
                <a:gd name="connsiteY59" fmla="*/ 247978 h 292828"/>
                <a:gd name="connsiteX60" fmla="*/ 201831 w 292828"/>
                <a:gd name="connsiteY60" fmla="*/ 234722 h 292828"/>
                <a:gd name="connsiteX61" fmla="*/ 210701 w 292828"/>
                <a:gd name="connsiteY61" fmla="*/ 235719 h 292828"/>
                <a:gd name="connsiteX62" fmla="*/ 227147 w 292828"/>
                <a:gd name="connsiteY62" fmla="*/ 252164 h 292828"/>
                <a:gd name="connsiteX63" fmla="*/ 252263 w 292828"/>
                <a:gd name="connsiteY63" fmla="*/ 227047 h 292828"/>
                <a:gd name="connsiteX64" fmla="*/ 235818 w 292828"/>
                <a:gd name="connsiteY64" fmla="*/ 210602 h 292828"/>
                <a:gd name="connsiteX65" fmla="*/ 234821 w 292828"/>
                <a:gd name="connsiteY65" fmla="*/ 201632 h 292828"/>
                <a:gd name="connsiteX66" fmla="*/ 248077 w 292828"/>
                <a:gd name="connsiteY66" fmla="*/ 169638 h 292828"/>
                <a:gd name="connsiteX67" fmla="*/ 255154 w 292828"/>
                <a:gd name="connsiteY67" fmla="*/ 164056 h 292828"/>
                <a:gd name="connsiteX68" fmla="*/ 278377 w 292828"/>
                <a:gd name="connsiteY68" fmla="*/ 164056 h 292828"/>
                <a:gd name="connsiteX69" fmla="*/ 278377 w 292828"/>
                <a:gd name="connsiteY69" fmla="*/ 128474 h 292828"/>
                <a:gd name="connsiteX70" fmla="*/ 255154 w 292828"/>
                <a:gd name="connsiteY70" fmla="*/ 128474 h 292828"/>
                <a:gd name="connsiteX71" fmla="*/ 248077 w 292828"/>
                <a:gd name="connsiteY71" fmla="*/ 122893 h 292828"/>
                <a:gd name="connsiteX72" fmla="*/ 234722 w 292828"/>
                <a:gd name="connsiteY72" fmla="*/ 90799 h 292828"/>
                <a:gd name="connsiteX73" fmla="*/ 235718 w 292828"/>
                <a:gd name="connsiteY73" fmla="*/ 81829 h 292828"/>
                <a:gd name="connsiteX74" fmla="*/ 252164 w 292828"/>
                <a:gd name="connsiteY74" fmla="*/ 65383 h 292828"/>
                <a:gd name="connsiteX75" fmla="*/ 227047 w 292828"/>
                <a:gd name="connsiteY75" fmla="*/ 40167 h 292828"/>
                <a:gd name="connsiteX76" fmla="*/ 210602 w 292828"/>
                <a:gd name="connsiteY76" fmla="*/ 56612 h 292828"/>
                <a:gd name="connsiteX77" fmla="*/ 201631 w 292828"/>
                <a:gd name="connsiteY77" fmla="*/ 57609 h 292828"/>
                <a:gd name="connsiteX78" fmla="*/ 169637 w 292828"/>
                <a:gd name="connsiteY78" fmla="*/ 44253 h 292828"/>
                <a:gd name="connsiteX79" fmla="*/ 164056 w 292828"/>
                <a:gd name="connsiteY79" fmla="*/ 37276 h 292828"/>
                <a:gd name="connsiteX80" fmla="*/ 164056 w 292828"/>
                <a:gd name="connsiteY80" fmla="*/ 13954 h 292828"/>
                <a:gd name="connsiteX81" fmla="*/ 128474 w 292828"/>
                <a:gd name="connsiteY81" fmla="*/ 13954 h 292828"/>
                <a:gd name="connsiteX82" fmla="*/ 128474 w 292828"/>
                <a:gd name="connsiteY82" fmla="*/ 37276 h 292828"/>
                <a:gd name="connsiteX83" fmla="*/ 122892 w 292828"/>
                <a:gd name="connsiteY83" fmla="*/ 44253 h 292828"/>
                <a:gd name="connsiteX84" fmla="*/ 90899 w 292828"/>
                <a:gd name="connsiteY84" fmla="*/ 57509 h 292828"/>
                <a:gd name="connsiteX85" fmla="*/ 81928 w 292828"/>
                <a:gd name="connsiteY85" fmla="*/ 56512 h 292828"/>
                <a:gd name="connsiteX86" fmla="*/ 65483 w 292828"/>
                <a:gd name="connsiteY86" fmla="*/ 40067 h 292828"/>
                <a:gd name="connsiteX87" fmla="*/ 40366 w 292828"/>
                <a:gd name="connsiteY87" fmla="*/ 65283 h 292828"/>
                <a:gd name="connsiteX88" fmla="*/ 56812 w 292828"/>
                <a:gd name="connsiteY88" fmla="*/ 81729 h 292828"/>
                <a:gd name="connsiteX89" fmla="*/ 57808 w 292828"/>
                <a:gd name="connsiteY89" fmla="*/ 90700 h 292828"/>
                <a:gd name="connsiteX90" fmla="*/ 44552 w 292828"/>
                <a:gd name="connsiteY90" fmla="*/ 122793 h 292828"/>
                <a:gd name="connsiteX91" fmla="*/ 37476 w 292828"/>
                <a:gd name="connsiteY91" fmla="*/ 128374 h 292828"/>
                <a:gd name="connsiteX92" fmla="*/ 14253 w 292828"/>
                <a:gd name="connsiteY92" fmla="*/ 128374 h 292828"/>
                <a:gd name="connsiteX93" fmla="*/ 14253 w 292828"/>
                <a:gd name="connsiteY93" fmla="*/ 163956 h 292828"/>
                <a:gd name="connsiteX94" fmla="*/ 37476 w 292828"/>
                <a:gd name="connsiteY94" fmla="*/ 163956 h 292828"/>
                <a:gd name="connsiteX95" fmla="*/ 44552 w 292828"/>
                <a:gd name="connsiteY95" fmla="*/ 169538 h 292828"/>
                <a:gd name="connsiteX96" fmla="*/ 57808 w 292828"/>
                <a:gd name="connsiteY96" fmla="*/ 201632 h 292828"/>
                <a:gd name="connsiteX97" fmla="*/ 56812 w 292828"/>
                <a:gd name="connsiteY97" fmla="*/ 210502 h 292828"/>
                <a:gd name="connsiteX98" fmla="*/ 40366 w 292828"/>
                <a:gd name="connsiteY98" fmla="*/ 226948 h 292828"/>
                <a:gd name="connsiteX99" fmla="*/ 65483 w 292828"/>
                <a:gd name="connsiteY99" fmla="*/ 252065 h 292828"/>
                <a:gd name="connsiteX100" fmla="*/ 81928 w 292828"/>
                <a:gd name="connsiteY100" fmla="*/ 235619 h 292828"/>
                <a:gd name="connsiteX101" fmla="*/ 90799 w 292828"/>
                <a:gd name="connsiteY101" fmla="*/ 234622 h 292828"/>
                <a:gd name="connsiteX102" fmla="*/ 122793 w 292828"/>
                <a:gd name="connsiteY102" fmla="*/ 247878 h 292828"/>
                <a:gd name="connsiteX103" fmla="*/ 128374 w 292828"/>
                <a:gd name="connsiteY103" fmla="*/ 254955 h 292828"/>
                <a:gd name="connsiteX104" fmla="*/ 128374 w 292828"/>
                <a:gd name="connsiteY104" fmla="*/ 278377 h 29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92828" h="292828">
                  <a:moveTo>
                    <a:pt x="171332" y="292829"/>
                  </a:moveTo>
                  <a:lnTo>
                    <a:pt x="121397" y="292829"/>
                  </a:lnTo>
                  <a:cubicBezTo>
                    <a:pt x="117410" y="292829"/>
                    <a:pt x="114221" y="289640"/>
                    <a:pt x="114221" y="285653"/>
                  </a:cubicBezTo>
                  <a:lnTo>
                    <a:pt x="114221" y="260736"/>
                  </a:lnTo>
                  <a:cubicBezTo>
                    <a:pt x="105251" y="258244"/>
                    <a:pt x="96580" y="254655"/>
                    <a:pt x="88307" y="250071"/>
                  </a:cubicBezTo>
                  <a:lnTo>
                    <a:pt x="70665" y="267712"/>
                  </a:lnTo>
                  <a:cubicBezTo>
                    <a:pt x="69270" y="269108"/>
                    <a:pt x="67476" y="269805"/>
                    <a:pt x="65582" y="269805"/>
                  </a:cubicBezTo>
                  <a:lnTo>
                    <a:pt x="65582" y="269805"/>
                  </a:lnTo>
                  <a:cubicBezTo>
                    <a:pt x="63689" y="269805"/>
                    <a:pt x="61795" y="269008"/>
                    <a:pt x="60499" y="267712"/>
                  </a:cubicBezTo>
                  <a:lnTo>
                    <a:pt x="25216" y="232330"/>
                  </a:lnTo>
                  <a:cubicBezTo>
                    <a:pt x="22426" y="229539"/>
                    <a:pt x="22426" y="224954"/>
                    <a:pt x="25216" y="222164"/>
                  </a:cubicBezTo>
                  <a:lnTo>
                    <a:pt x="42858" y="204522"/>
                  </a:lnTo>
                  <a:cubicBezTo>
                    <a:pt x="38273" y="196349"/>
                    <a:pt x="34685" y="187678"/>
                    <a:pt x="32093" y="178608"/>
                  </a:cubicBezTo>
                  <a:lnTo>
                    <a:pt x="7176" y="178608"/>
                  </a:lnTo>
                  <a:cubicBezTo>
                    <a:pt x="3189" y="178608"/>
                    <a:pt x="0" y="175319"/>
                    <a:pt x="0" y="171432"/>
                  </a:cubicBezTo>
                  <a:lnTo>
                    <a:pt x="0" y="121397"/>
                  </a:lnTo>
                  <a:cubicBezTo>
                    <a:pt x="0" y="117411"/>
                    <a:pt x="3289" y="114221"/>
                    <a:pt x="7176" y="114221"/>
                  </a:cubicBezTo>
                  <a:lnTo>
                    <a:pt x="32093" y="114221"/>
                  </a:lnTo>
                  <a:cubicBezTo>
                    <a:pt x="34685" y="105151"/>
                    <a:pt x="38273" y="96480"/>
                    <a:pt x="42858" y="88307"/>
                  </a:cubicBezTo>
                  <a:lnTo>
                    <a:pt x="25316" y="70766"/>
                  </a:lnTo>
                  <a:cubicBezTo>
                    <a:pt x="22525" y="67975"/>
                    <a:pt x="22525" y="63390"/>
                    <a:pt x="25316" y="60599"/>
                  </a:cubicBezTo>
                  <a:lnTo>
                    <a:pt x="60599" y="25217"/>
                  </a:lnTo>
                  <a:cubicBezTo>
                    <a:pt x="61994" y="23821"/>
                    <a:pt x="63788" y="23123"/>
                    <a:pt x="65682" y="23123"/>
                  </a:cubicBezTo>
                  <a:cubicBezTo>
                    <a:pt x="67576" y="23123"/>
                    <a:pt x="69469" y="23921"/>
                    <a:pt x="70765" y="25217"/>
                  </a:cubicBezTo>
                  <a:lnTo>
                    <a:pt x="88407" y="42858"/>
                  </a:lnTo>
                  <a:cubicBezTo>
                    <a:pt x="96580" y="38273"/>
                    <a:pt x="105251" y="34685"/>
                    <a:pt x="114321" y="32094"/>
                  </a:cubicBezTo>
                  <a:lnTo>
                    <a:pt x="114321" y="7177"/>
                  </a:lnTo>
                  <a:cubicBezTo>
                    <a:pt x="114321" y="3189"/>
                    <a:pt x="117510" y="0"/>
                    <a:pt x="121497" y="0"/>
                  </a:cubicBezTo>
                  <a:lnTo>
                    <a:pt x="171432" y="0"/>
                  </a:lnTo>
                  <a:cubicBezTo>
                    <a:pt x="175418" y="0"/>
                    <a:pt x="178608" y="3289"/>
                    <a:pt x="178608" y="7177"/>
                  </a:cubicBezTo>
                  <a:lnTo>
                    <a:pt x="178608" y="32094"/>
                  </a:lnTo>
                  <a:cubicBezTo>
                    <a:pt x="187677" y="34586"/>
                    <a:pt x="196349" y="38273"/>
                    <a:pt x="204521" y="42858"/>
                  </a:cubicBezTo>
                  <a:lnTo>
                    <a:pt x="222063" y="25217"/>
                  </a:lnTo>
                  <a:cubicBezTo>
                    <a:pt x="223459" y="23821"/>
                    <a:pt x="225253" y="23123"/>
                    <a:pt x="227147" y="23123"/>
                  </a:cubicBezTo>
                  <a:lnTo>
                    <a:pt x="227147" y="23123"/>
                  </a:lnTo>
                  <a:cubicBezTo>
                    <a:pt x="229040" y="23123"/>
                    <a:pt x="230934" y="23921"/>
                    <a:pt x="232230" y="25217"/>
                  </a:cubicBezTo>
                  <a:lnTo>
                    <a:pt x="267612" y="60599"/>
                  </a:lnTo>
                  <a:cubicBezTo>
                    <a:pt x="270403" y="63390"/>
                    <a:pt x="270403" y="67975"/>
                    <a:pt x="267612" y="70766"/>
                  </a:cubicBezTo>
                  <a:lnTo>
                    <a:pt x="249971" y="88407"/>
                  </a:lnTo>
                  <a:cubicBezTo>
                    <a:pt x="254556" y="96580"/>
                    <a:pt x="258144" y="105251"/>
                    <a:pt x="260735" y="114321"/>
                  </a:cubicBezTo>
                  <a:lnTo>
                    <a:pt x="285652" y="114321"/>
                  </a:lnTo>
                  <a:cubicBezTo>
                    <a:pt x="289640" y="114321"/>
                    <a:pt x="292829" y="117511"/>
                    <a:pt x="292829" y="121497"/>
                  </a:cubicBezTo>
                  <a:lnTo>
                    <a:pt x="292829" y="171531"/>
                  </a:lnTo>
                  <a:cubicBezTo>
                    <a:pt x="292829" y="175518"/>
                    <a:pt x="289640" y="178707"/>
                    <a:pt x="285652" y="178707"/>
                  </a:cubicBezTo>
                  <a:lnTo>
                    <a:pt x="260735" y="178707"/>
                  </a:lnTo>
                  <a:cubicBezTo>
                    <a:pt x="258144" y="187778"/>
                    <a:pt x="254556" y="196449"/>
                    <a:pt x="249971" y="204622"/>
                  </a:cubicBezTo>
                  <a:lnTo>
                    <a:pt x="267612" y="222263"/>
                  </a:lnTo>
                  <a:cubicBezTo>
                    <a:pt x="270403" y="225054"/>
                    <a:pt x="270403" y="229639"/>
                    <a:pt x="267612" y="232429"/>
                  </a:cubicBezTo>
                  <a:lnTo>
                    <a:pt x="232230" y="267812"/>
                  </a:lnTo>
                  <a:cubicBezTo>
                    <a:pt x="230834" y="269207"/>
                    <a:pt x="229040" y="269905"/>
                    <a:pt x="227147" y="269905"/>
                  </a:cubicBezTo>
                  <a:lnTo>
                    <a:pt x="227147" y="269905"/>
                  </a:lnTo>
                  <a:cubicBezTo>
                    <a:pt x="225253" y="269905"/>
                    <a:pt x="223359" y="269108"/>
                    <a:pt x="222063" y="267812"/>
                  </a:cubicBezTo>
                  <a:lnTo>
                    <a:pt x="204521" y="250171"/>
                  </a:lnTo>
                  <a:cubicBezTo>
                    <a:pt x="196249" y="254755"/>
                    <a:pt x="187578" y="258343"/>
                    <a:pt x="178608" y="260835"/>
                  </a:cubicBezTo>
                  <a:lnTo>
                    <a:pt x="178608" y="285752"/>
                  </a:lnTo>
                  <a:cubicBezTo>
                    <a:pt x="178508" y="289640"/>
                    <a:pt x="175318" y="292829"/>
                    <a:pt x="171332" y="292829"/>
                  </a:cubicBezTo>
                  <a:close/>
                  <a:moveTo>
                    <a:pt x="128573" y="278377"/>
                  </a:moveTo>
                  <a:lnTo>
                    <a:pt x="164155" y="278377"/>
                  </a:lnTo>
                  <a:lnTo>
                    <a:pt x="164155" y="255054"/>
                  </a:lnTo>
                  <a:cubicBezTo>
                    <a:pt x="164155" y="251665"/>
                    <a:pt x="166448" y="248775"/>
                    <a:pt x="169737" y="247978"/>
                  </a:cubicBezTo>
                  <a:cubicBezTo>
                    <a:pt x="181000" y="245386"/>
                    <a:pt x="191864" y="240901"/>
                    <a:pt x="201831" y="234722"/>
                  </a:cubicBezTo>
                  <a:cubicBezTo>
                    <a:pt x="204721" y="232928"/>
                    <a:pt x="208409" y="233426"/>
                    <a:pt x="210701" y="235719"/>
                  </a:cubicBezTo>
                  <a:lnTo>
                    <a:pt x="227147" y="252164"/>
                  </a:lnTo>
                  <a:lnTo>
                    <a:pt x="252263" y="227047"/>
                  </a:lnTo>
                  <a:lnTo>
                    <a:pt x="235818" y="210602"/>
                  </a:lnTo>
                  <a:cubicBezTo>
                    <a:pt x="233426" y="208210"/>
                    <a:pt x="233027" y="204522"/>
                    <a:pt x="234821" y="201632"/>
                  </a:cubicBezTo>
                  <a:cubicBezTo>
                    <a:pt x="241001" y="191864"/>
                    <a:pt x="245486" y="181099"/>
                    <a:pt x="248077" y="169638"/>
                  </a:cubicBezTo>
                  <a:cubicBezTo>
                    <a:pt x="248874" y="166348"/>
                    <a:pt x="251765" y="164056"/>
                    <a:pt x="255154" y="164056"/>
                  </a:cubicBezTo>
                  <a:lnTo>
                    <a:pt x="278377" y="164056"/>
                  </a:lnTo>
                  <a:lnTo>
                    <a:pt x="278377" y="128474"/>
                  </a:lnTo>
                  <a:lnTo>
                    <a:pt x="255154" y="128474"/>
                  </a:lnTo>
                  <a:cubicBezTo>
                    <a:pt x="251765" y="128474"/>
                    <a:pt x="248874" y="126182"/>
                    <a:pt x="248077" y="122893"/>
                  </a:cubicBezTo>
                  <a:cubicBezTo>
                    <a:pt x="245486" y="111530"/>
                    <a:pt x="241001" y="100766"/>
                    <a:pt x="234722" y="90799"/>
                  </a:cubicBezTo>
                  <a:cubicBezTo>
                    <a:pt x="232928" y="87909"/>
                    <a:pt x="233326" y="84221"/>
                    <a:pt x="235718" y="81829"/>
                  </a:cubicBezTo>
                  <a:lnTo>
                    <a:pt x="252164" y="65383"/>
                  </a:lnTo>
                  <a:lnTo>
                    <a:pt x="227047" y="40167"/>
                  </a:lnTo>
                  <a:lnTo>
                    <a:pt x="210602" y="56612"/>
                  </a:lnTo>
                  <a:cubicBezTo>
                    <a:pt x="208210" y="59004"/>
                    <a:pt x="204521" y="59403"/>
                    <a:pt x="201631" y="57609"/>
                  </a:cubicBezTo>
                  <a:cubicBezTo>
                    <a:pt x="191764" y="51330"/>
                    <a:pt x="181000" y="46845"/>
                    <a:pt x="169637" y="44253"/>
                  </a:cubicBezTo>
                  <a:cubicBezTo>
                    <a:pt x="166348" y="43456"/>
                    <a:pt x="164056" y="40566"/>
                    <a:pt x="164056" y="37276"/>
                  </a:cubicBezTo>
                  <a:lnTo>
                    <a:pt x="164056" y="13954"/>
                  </a:lnTo>
                  <a:lnTo>
                    <a:pt x="128474" y="13954"/>
                  </a:lnTo>
                  <a:lnTo>
                    <a:pt x="128474" y="37276"/>
                  </a:lnTo>
                  <a:cubicBezTo>
                    <a:pt x="128474" y="40665"/>
                    <a:pt x="126181" y="43556"/>
                    <a:pt x="122892" y="44253"/>
                  </a:cubicBezTo>
                  <a:cubicBezTo>
                    <a:pt x="111530" y="46845"/>
                    <a:pt x="100766" y="51330"/>
                    <a:pt x="90899" y="57509"/>
                  </a:cubicBezTo>
                  <a:cubicBezTo>
                    <a:pt x="88008" y="59303"/>
                    <a:pt x="84320" y="58905"/>
                    <a:pt x="81928" y="56512"/>
                  </a:cubicBezTo>
                  <a:lnTo>
                    <a:pt x="65483" y="40067"/>
                  </a:lnTo>
                  <a:lnTo>
                    <a:pt x="40366" y="65283"/>
                  </a:lnTo>
                  <a:lnTo>
                    <a:pt x="56812" y="81729"/>
                  </a:lnTo>
                  <a:cubicBezTo>
                    <a:pt x="59204" y="84121"/>
                    <a:pt x="59602" y="87809"/>
                    <a:pt x="57808" y="90700"/>
                  </a:cubicBezTo>
                  <a:cubicBezTo>
                    <a:pt x="51629" y="100567"/>
                    <a:pt x="47243" y="111331"/>
                    <a:pt x="44552" y="122793"/>
                  </a:cubicBezTo>
                  <a:cubicBezTo>
                    <a:pt x="43755" y="126082"/>
                    <a:pt x="40864" y="128374"/>
                    <a:pt x="37476" y="128374"/>
                  </a:cubicBezTo>
                  <a:lnTo>
                    <a:pt x="14253" y="128374"/>
                  </a:lnTo>
                  <a:lnTo>
                    <a:pt x="14253" y="163956"/>
                  </a:lnTo>
                  <a:lnTo>
                    <a:pt x="37476" y="163956"/>
                  </a:lnTo>
                  <a:cubicBezTo>
                    <a:pt x="40864" y="163956"/>
                    <a:pt x="43755" y="166249"/>
                    <a:pt x="44552" y="169538"/>
                  </a:cubicBezTo>
                  <a:cubicBezTo>
                    <a:pt x="47243" y="181000"/>
                    <a:pt x="51629" y="191764"/>
                    <a:pt x="57808" y="201632"/>
                  </a:cubicBezTo>
                  <a:cubicBezTo>
                    <a:pt x="59602" y="204522"/>
                    <a:pt x="59204" y="208210"/>
                    <a:pt x="56812" y="210502"/>
                  </a:cubicBezTo>
                  <a:lnTo>
                    <a:pt x="40366" y="226948"/>
                  </a:lnTo>
                  <a:lnTo>
                    <a:pt x="65483" y="252065"/>
                  </a:lnTo>
                  <a:lnTo>
                    <a:pt x="81928" y="235619"/>
                  </a:lnTo>
                  <a:cubicBezTo>
                    <a:pt x="84320" y="233227"/>
                    <a:pt x="88008" y="232828"/>
                    <a:pt x="90799" y="234622"/>
                  </a:cubicBezTo>
                  <a:cubicBezTo>
                    <a:pt x="100766" y="240802"/>
                    <a:pt x="111530" y="245286"/>
                    <a:pt x="122793" y="247878"/>
                  </a:cubicBezTo>
                  <a:cubicBezTo>
                    <a:pt x="126082" y="248675"/>
                    <a:pt x="128374" y="251566"/>
                    <a:pt x="128374" y="254955"/>
                  </a:cubicBezTo>
                  <a:lnTo>
                    <a:pt x="128374" y="278377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>
              <p:custDataLst>
                <p:tags r:id="rId15"/>
              </p:custDataLst>
            </p:nvPr>
          </p:nvSpPr>
          <p:spPr>
            <a:xfrm>
              <a:off x="8890831" y="5736946"/>
              <a:ext cx="132859" cy="132959"/>
            </a:xfrm>
            <a:custGeom>
              <a:avLst/>
              <a:gdLst>
                <a:gd name="connsiteX0" fmla="*/ 66380 w 132859"/>
                <a:gd name="connsiteY0" fmla="*/ 132959 h 132959"/>
                <a:gd name="connsiteX1" fmla="*/ 0 w 132859"/>
                <a:gd name="connsiteY1" fmla="*/ 66479 h 132959"/>
                <a:gd name="connsiteX2" fmla="*/ 66380 w 132859"/>
                <a:gd name="connsiteY2" fmla="*/ 0 h 132959"/>
                <a:gd name="connsiteX3" fmla="*/ 132860 w 132859"/>
                <a:gd name="connsiteY3" fmla="*/ 66479 h 132959"/>
                <a:gd name="connsiteX4" fmla="*/ 66380 w 132859"/>
                <a:gd name="connsiteY4" fmla="*/ 132959 h 132959"/>
                <a:gd name="connsiteX5" fmla="*/ 66380 w 132859"/>
                <a:gd name="connsiteY5" fmla="*/ 14352 h 132959"/>
                <a:gd name="connsiteX6" fmla="*/ 14352 w 132859"/>
                <a:gd name="connsiteY6" fmla="*/ 66380 h 132959"/>
                <a:gd name="connsiteX7" fmla="*/ 66380 w 132859"/>
                <a:gd name="connsiteY7" fmla="*/ 118407 h 132959"/>
                <a:gd name="connsiteX8" fmla="*/ 118407 w 132859"/>
                <a:gd name="connsiteY8" fmla="*/ 66380 h 132959"/>
                <a:gd name="connsiteX9" fmla="*/ 66380 w 132859"/>
                <a:gd name="connsiteY9" fmla="*/ 14352 h 13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859" h="132959">
                  <a:moveTo>
                    <a:pt x="66380" y="132959"/>
                  </a:moveTo>
                  <a:cubicBezTo>
                    <a:pt x="29802" y="132959"/>
                    <a:pt x="0" y="103158"/>
                    <a:pt x="0" y="66479"/>
                  </a:cubicBezTo>
                  <a:cubicBezTo>
                    <a:pt x="0" y="29801"/>
                    <a:pt x="29802" y="0"/>
                    <a:pt x="66380" y="0"/>
                  </a:cubicBezTo>
                  <a:cubicBezTo>
                    <a:pt x="103059" y="0"/>
                    <a:pt x="132860" y="29801"/>
                    <a:pt x="132860" y="66479"/>
                  </a:cubicBezTo>
                  <a:cubicBezTo>
                    <a:pt x="132860" y="103059"/>
                    <a:pt x="102959" y="132959"/>
                    <a:pt x="66380" y="132959"/>
                  </a:cubicBezTo>
                  <a:close/>
                  <a:moveTo>
                    <a:pt x="66380" y="14352"/>
                  </a:moveTo>
                  <a:cubicBezTo>
                    <a:pt x="37675" y="14352"/>
                    <a:pt x="14352" y="37675"/>
                    <a:pt x="14352" y="66380"/>
                  </a:cubicBezTo>
                  <a:cubicBezTo>
                    <a:pt x="14352" y="95084"/>
                    <a:pt x="37675" y="118407"/>
                    <a:pt x="66380" y="118407"/>
                  </a:cubicBezTo>
                  <a:cubicBezTo>
                    <a:pt x="95085" y="118407"/>
                    <a:pt x="118407" y="95084"/>
                    <a:pt x="118407" y="66380"/>
                  </a:cubicBezTo>
                  <a:cubicBezTo>
                    <a:pt x="118407" y="37775"/>
                    <a:pt x="95085" y="14352"/>
                    <a:pt x="66380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>
              <p:custDataLst>
                <p:tags r:id="rId16"/>
              </p:custDataLst>
            </p:nvPr>
          </p:nvSpPr>
          <p:spPr>
            <a:xfrm>
              <a:off x="8810897" y="6161538"/>
              <a:ext cx="292729" cy="293028"/>
            </a:xfrm>
            <a:custGeom>
              <a:avLst/>
              <a:gdLst>
                <a:gd name="connsiteX0" fmla="*/ 171332 w 292729"/>
                <a:gd name="connsiteY0" fmla="*/ 293029 h 293028"/>
                <a:gd name="connsiteX1" fmla="*/ 121397 w 292729"/>
                <a:gd name="connsiteY1" fmla="*/ 293029 h 293028"/>
                <a:gd name="connsiteX2" fmla="*/ 114221 w 292729"/>
                <a:gd name="connsiteY2" fmla="*/ 285853 h 293028"/>
                <a:gd name="connsiteX3" fmla="*/ 114221 w 292729"/>
                <a:gd name="connsiteY3" fmla="*/ 260935 h 293028"/>
                <a:gd name="connsiteX4" fmla="*/ 88307 w 292729"/>
                <a:gd name="connsiteY4" fmla="*/ 250171 h 293028"/>
                <a:gd name="connsiteX5" fmla="*/ 70665 w 292729"/>
                <a:gd name="connsiteY5" fmla="*/ 267812 h 293028"/>
                <a:gd name="connsiteX6" fmla="*/ 65582 w 292729"/>
                <a:gd name="connsiteY6" fmla="*/ 269905 h 293028"/>
                <a:gd name="connsiteX7" fmla="*/ 65582 w 292729"/>
                <a:gd name="connsiteY7" fmla="*/ 269905 h 293028"/>
                <a:gd name="connsiteX8" fmla="*/ 60499 w 292729"/>
                <a:gd name="connsiteY8" fmla="*/ 267812 h 293028"/>
                <a:gd name="connsiteX9" fmla="*/ 25216 w 292729"/>
                <a:gd name="connsiteY9" fmla="*/ 232429 h 293028"/>
                <a:gd name="connsiteX10" fmla="*/ 25216 w 292729"/>
                <a:gd name="connsiteY10" fmla="*/ 222263 h 293028"/>
                <a:gd name="connsiteX11" fmla="*/ 42858 w 292729"/>
                <a:gd name="connsiteY11" fmla="*/ 204622 h 293028"/>
                <a:gd name="connsiteX12" fmla="*/ 32093 w 292729"/>
                <a:gd name="connsiteY12" fmla="*/ 178708 h 293028"/>
                <a:gd name="connsiteX13" fmla="*/ 7176 w 292729"/>
                <a:gd name="connsiteY13" fmla="*/ 178708 h 293028"/>
                <a:gd name="connsiteX14" fmla="*/ 0 w 292729"/>
                <a:gd name="connsiteY14" fmla="*/ 171531 h 293028"/>
                <a:gd name="connsiteX15" fmla="*/ 0 w 292729"/>
                <a:gd name="connsiteY15" fmla="*/ 121497 h 293028"/>
                <a:gd name="connsiteX16" fmla="*/ 7176 w 292729"/>
                <a:gd name="connsiteY16" fmla="*/ 114321 h 293028"/>
                <a:gd name="connsiteX17" fmla="*/ 32093 w 292729"/>
                <a:gd name="connsiteY17" fmla="*/ 114321 h 293028"/>
                <a:gd name="connsiteX18" fmla="*/ 42858 w 292729"/>
                <a:gd name="connsiteY18" fmla="*/ 88407 h 293028"/>
                <a:gd name="connsiteX19" fmla="*/ 25216 w 292729"/>
                <a:gd name="connsiteY19" fmla="*/ 70766 h 293028"/>
                <a:gd name="connsiteX20" fmla="*/ 25216 w 292729"/>
                <a:gd name="connsiteY20" fmla="*/ 60599 h 293028"/>
                <a:gd name="connsiteX21" fmla="*/ 60499 w 292729"/>
                <a:gd name="connsiteY21" fmla="*/ 25217 h 293028"/>
                <a:gd name="connsiteX22" fmla="*/ 65582 w 292729"/>
                <a:gd name="connsiteY22" fmla="*/ 23123 h 293028"/>
                <a:gd name="connsiteX23" fmla="*/ 65582 w 292729"/>
                <a:gd name="connsiteY23" fmla="*/ 23123 h 293028"/>
                <a:gd name="connsiteX24" fmla="*/ 70665 w 292729"/>
                <a:gd name="connsiteY24" fmla="*/ 25217 h 293028"/>
                <a:gd name="connsiteX25" fmla="*/ 88307 w 292729"/>
                <a:gd name="connsiteY25" fmla="*/ 42858 h 293028"/>
                <a:gd name="connsiteX26" fmla="*/ 114221 w 292729"/>
                <a:gd name="connsiteY26" fmla="*/ 32094 h 293028"/>
                <a:gd name="connsiteX27" fmla="*/ 114221 w 292729"/>
                <a:gd name="connsiteY27" fmla="*/ 7177 h 293028"/>
                <a:gd name="connsiteX28" fmla="*/ 121397 w 292729"/>
                <a:gd name="connsiteY28" fmla="*/ 0 h 293028"/>
                <a:gd name="connsiteX29" fmla="*/ 171332 w 292729"/>
                <a:gd name="connsiteY29" fmla="*/ 0 h 293028"/>
                <a:gd name="connsiteX30" fmla="*/ 178508 w 292729"/>
                <a:gd name="connsiteY30" fmla="*/ 7177 h 293028"/>
                <a:gd name="connsiteX31" fmla="*/ 178508 w 292729"/>
                <a:gd name="connsiteY31" fmla="*/ 32094 h 293028"/>
                <a:gd name="connsiteX32" fmla="*/ 204422 w 292729"/>
                <a:gd name="connsiteY32" fmla="*/ 42858 h 293028"/>
                <a:gd name="connsiteX33" fmla="*/ 221964 w 292729"/>
                <a:gd name="connsiteY33" fmla="*/ 25217 h 293028"/>
                <a:gd name="connsiteX34" fmla="*/ 227047 w 292729"/>
                <a:gd name="connsiteY34" fmla="*/ 23123 h 293028"/>
                <a:gd name="connsiteX35" fmla="*/ 227047 w 292729"/>
                <a:gd name="connsiteY35" fmla="*/ 23123 h 293028"/>
                <a:gd name="connsiteX36" fmla="*/ 232130 w 292729"/>
                <a:gd name="connsiteY36" fmla="*/ 25217 h 293028"/>
                <a:gd name="connsiteX37" fmla="*/ 267513 w 292729"/>
                <a:gd name="connsiteY37" fmla="*/ 60599 h 293028"/>
                <a:gd name="connsiteX38" fmla="*/ 267513 w 292729"/>
                <a:gd name="connsiteY38" fmla="*/ 70766 h 293028"/>
                <a:gd name="connsiteX39" fmla="*/ 249871 w 292729"/>
                <a:gd name="connsiteY39" fmla="*/ 88407 h 293028"/>
                <a:gd name="connsiteX40" fmla="*/ 260635 w 292729"/>
                <a:gd name="connsiteY40" fmla="*/ 114321 h 293028"/>
                <a:gd name="connsiteX41" fmla="*/ 285553 w 292729"/>
                <a:gd name="connsiteY41" fmla="*/ 114321 h 293028"/>
                <a:gd name="connsiteX42" fmla="*/ 292729 w 292729"/>
                <a:gd name="connsiteY42" fmla="*/ 121497 h 293028"/>
                <a:gd name="connsiteX43" fmla="*/ 292729 w 292729"/>
                <a:gd name="connsiteY43" fmla="*/ 171531 h 293028"/>
                <a:gd name="connsiteX44" fmla="*/ 285553 w 292729"/>
                <a:gd name="connsiteY44" fmla="*/ 178708 h 293028"/>
                <a:gd name="connsiteX45" fmla="*/ 260635 w 292729"/>
                <a:gd name="connsiteY45" fmla="*/ 178708 h 293028"/>
                <a:gd name="connsiteX46" fmla="*/ 249871 w 292729"/>
                <a:gd name="connsiteY46" fmla="*/ 204622 h 293028"/>
                <a:gd name="connsiteX47" fmla="*/ 267513 w 292729"/>
                <a:gd name="connsiteY47" fmla="*/ 222263 h 293028"/>
                <a:gd name="connsiteX48" fmla="*/ 267513 w 292729"/>
                <a:gd name="connsiteY48" fmla="*/ 232429 h 293028"/>
                <a:gd name="connsiteX49" fmla="*/ 232130 w 292729"/>
                <a:gd name="connsiteY49" fmla="*/ 267812 h 293028"/>
                <a:gd name="connsiteX50" fmla="*/ 227047 w 292729"/>
                <a:gd name="connsiteY50" fmla="*/ 269905 h 293028"/>
                <a:gd name="connsiteX51" fmla="*/ 227047 w 292729"/>
                <a:gd name="connsiteY51" fmla="*/ 269905 h 293028"/>
                <a:gd name="connsiteX52" fmla="*/ 221964 w 292729"/>
                <a:gd name="connsiteY52" fmla="*/ 267812 h 293028"/>
                <a:gd name="connsiteX53" fmla="*/ 204422 w 292729"/>
                <a:gd name="connsiteY53" fmla="*/ 250171 h 293028"/>
                <a:gd name="connsiteX54" fmla="*/ 178508 w 292729"/>
                <a:gd name="connsiteY54" fmla="*/ 260935 h 293028"/>
                <a:gd name="connsiteX55" fmla="*/ 178508 w 292729"/>
                <a:gd name="connsiteY55" fmla="*/ 285853 h 293028"/>
                <a:gd name="connsiteX56" fmla="*/ 171332 w 292729"/>
                <a:gd name="connsiteY56" fmla="*/ 293029 h 293028"/>
                <a:gd name="connsiteX57" fmla="*/ 128573 w 292729"/>
                <a:gd name="connsiteY57" fmla="*/ 278576 h 293028"/>
                <a:gd name="connsiteX58" fmla="*/ 164155 w 292729"/>
                <a:gd name="connsiteY58" fmla="*/ 278576 h 293028"/>
                <a:gd name="connsiteX59" fmla="*/ 164155 w 292729"/>
                <a:gd name="connsiteY59" fmla="*/ 255254 h 293028"/>
                <a:gd name="connsiteX60" fmla="*/ 169737 w 292729"/>
                <a:gd name="connsiteY60" fmla="*/ 248177 h 293028"/>
                <a:gd name="connsiteX61" fmla="*/ 201731 w 292729"/>
                <a:gd name="connsiteY61" fmla="*/ 234921 h 293028"/>
                <a:gd name="connsiteX62" fmla="*/ 210701 w 292729"/>
                <a:gd name="connsiteY62" fmla="*/ 235918 h 293028"/>
                <a:gd name="connsiteX63" fmla="*/ 227147 w 292729"/>
                <a:gd name="connsiteY63" fmla="*/ 252363 h 293028"/>
                <a:gd name="connsiteX64" fmla="*/ 252263 w 292729"/>
                <a:gd name="connsiteY64" fmla="*/ 227247 h 293028"/>
                <a:gd name="connsiteX65" fmla="*/ 235818 w 292729"/>
                <a:gd name="connsiteY65" fmla="*/ 210701 h 293028"/>
                <a:gd name="connsiteX66" fmla="*/ 234821 w 292729"/>
                <a:gd name="connsiteY66" fmla="*/ 201732 h 293028"/>
                <a:gd name="connsiteX67" fmla="*/ 248077 w 292729"/>
                <a:gd name="connsiteY67" fmla="*/ 169737 h 293028"/>
                <a:gd name="connsiteX68" fmla="*/ 255154 w 292729"/>
                <a:gd name="connsiteY68" fmla="*/ 164156 h 293028"/>
                <a:gd name="connsiteX69" fmla="*/ 278377 w 292729"/>
                <a:gd name="connsiteY69" fmla="*/ 164156 h 293028"/>
                <a:gd name="connsiteX70" fmla="*/ 278377 w 292729"/>
                <a:gd name="connsiteY70" fmla="*/ 128574 h 293028"/>
                <a:gd name="connsiteX71" fmla="*/ 255154 w 292729"/>
                <a:gd name="connsiteY71" fmla="*/ 128574 h 293028"/>
                <a:gd name="connsiteX72" fmla="*/ 248077 w 292729"/>
                <a:gd name="connsiteY72" fmla="*/ 122992 h 293028"/>
                <a:gd name="connsiteX73" fmla="*/ 234821 w 292729"/>
                <a:gd name="connsiteY73" fmla="*/ 90899 h 293028"/>
                <a:gd name="connsiteX74" fmla="*/ 235818 w 292729"/>
                <a:gd name="connsiteY74" fmla="*/ 82028 h 293028"/>
                <a:gd name="connsiteX75" fmla="*/ 252263 w 292729"/>
                <a:gd name="connsiteY75" fmla="*/ 65583 h 293028"/>
                <a:gd name="connsiteX76" fmla="*/ 227147 w 292729"/>
                <a:gd name="connsiteY76" fmla="*/ 40466 h 293028"/>
                <a:gd name="connsiteX77" fmla="*/ 210701 w 292729"/>
                <a:gd name="connsiteY77" fmla="*/ 56911 h 293028"/>
                <a:gd name="connsiteX78" fmla="*/ 201731 w 292729"/>
                <a:gd name="connsiteY78" fmla="*/ 57908 h 293028"/>
                <a:gd name="connsiteX79" fmla="*/ 169737 w 292729"/>
                <a:gd name="connsiteY79" fmla="*/ 44553 h 293028"/>
                <a:gd name="connsiteX80" fmla="*/ 164155 w 292729"/>
                <a:gd name="connsiteY80" fmla="*/ 37576 h 293028"/>
                <a:gd name="connsiteX81" fmla="*/ 164155 w 292729"/>
                <a:gd name="connsiteY81" fmla="*/ 14253 h 293028"/>
                <a:gd name="connsiteX82" fmla="*/ 128573 w 292729"/>
                <a:gd name="connsiteY82" fmla="*/ 14253 h 293028"/>
                <a:gd name="connsiteX83" fmla="*/ 128573 w 292729"/>
                <a:gd name="connsiteY83" fmla="*/ 37576 h 293028"/>
                <a:gd name="connsiteX84" fmla="*/ 122992 w 292729"/>
                <a:gd name="connsiteY84" fmla="*/ 44553 h 293028"/>
                <a:gd name="connsiteX85" fmla="*/ 90998 w 292729"/>
                <a:gd name="connsiteY85" fmla="*/ 57809 h 293028"/>
                <a:gd name="connsiteX86" fmla="*/ 82028 w 292729"/>
                <a:gd name="connsiteY86" fmla="*/ 56812 h 293028"/>
                <a:gd name="connsiteX87" fmla="*/ 65582 w 292729"/>
                <a:gd name="connsiteY87" fmla="*/ 40367 h 293028"/>
                <a:gd name="connsiteX88" fmla="*/ 40466 w 292729"/>
                <a:gd name="connsiteY88" fmla="*/ 65483 h 293028"/>
                <a:gd name="connsiteX89" fmla="*/ 56911 w 292729"/>
                <a:gd name="connsiteY89" fmla="*/ 81929 h 293028"/>
                <a:gd name="connsiteX90" fmla="*/ 57908 w 292729"/>
                <a:gd name="connsiteY90" fmla="*/ 90799 h 293028"/>
                <a:gd name="connsiteX91" fmla="*/ 44652 w 292729"/>
                <a:gd name="connsiteY91" fmla="*/ 122893 h 293028"/>
                <a:gd name="connsiteX92" fmla="*/ 37575 w 292729"/>
                <a:gd name="connsiteY92" fmla="*/ 128474 h 293028"/>
                <a:gd name="connsiteX93" fmla="*/ 14352 w 292729"/>
                <a:gd name="connsiteY93" fmla="*/ 128474 h 293028"/>
                <a:gd name="connsiteX94" fmla="*/ 14352 w 292729"/>
                <a:gd name="connsiteY94" fmla="*/ 164056 h 293028"/>
                <a:gd name="connsiteX95" fmla="*/ 37575 w 292729"/>
                <a:gd name="connsiteY95" fmla="*/ 164056 h 293028"/>
                <a:gd name="connsiteX96" fmla="*/ 44652 w 292729"/>
                <a:gd name="connsiteY96" fmla="*/ 169638 h 293028"/>
                <a:gd name="connsiteX97" fmla="*/ 57908 w 292729"/>
                <a:gd name="connsiteY97" fmla="*/ 201632 h 293028"/>
                <a:gd name="connsiteX98" fmla="*/ 56911 w 292729"/>
                <a:gd name="connsiteY98" fmla="*/ 210602 h 293028"/>
                <a:gd name="connsiteX99" fmla="*/ 40466 w 292729"/>
                <a:gd name="connsiteY99" fmla="*/ 227147 h 293028"/>
                <a:gd name="connsiteX100" fmla="*/ 65582 w 292729"/>
                <a:gd name="connsiteY100" fmla="*/ 252263 h 293028"/>
                <a:gd name="connsiteX101" fmla="*/ 82028 w 292729"/>
                <a:gd name="connsiteY101" fmla="*/ 235818 h 293028"/>
                <a:gd name="connsiteX102" fmla="*/ 90998 w 292729"/>
                <a:gd name="connsiteY102" fmla="*/ 234821 h 293028"/>
                <a:gd name="connsiteX103" fmla="*/ 122992 w 292729"/>
                <a:gd name="connsiteY103" fmla="*/ 248077 h 293028"/>
                <a:gd name="connsiteX104" fmla="*/ 128573 w 292729"/>
                <a:gd name="connsiteY104" fmla="*/ 255154 h 293028"/>
                <a:gd name="connsiteX105" fmla="*/ 128573 w 292729"/>
                <a:gd name="connsiteY105" fmla="*/ 278576 h 293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2729" h="293028">
                  <a:moveTo>
                    <a:pt x="171332" y="293029"/>
                  </a:moveTo>
                  <a:lnTo>
                    <a:pt x="121397" y="293029"/>
                  </a:lnTo>
                  <a:cubicBezTo>
                    <a:pt x="117410" y="293029"/>
                    <a:pt x="114221" y="289839"/>
                    <a:pt x="114221" y="285853"/>
                  </a:cubicBezTo>
                  <a:lnTo>
                    <a:pt x="114221" y="260935"/>
                  </a:lnTo>
                  <a:cubicBezTo>
                    <a:pt x="105151" y="258444"/>
                    <a:pt x="96480" y="254755"/>
                    <a:pt x="88307" y="250171"/>
                  </a:cubicBezTo>
                  <a:lnTo>
                    <a:pt x="70665" y="267812"/>
                  </a:lnTo>
                  <a:cubicBezTo>
                    <a:pt x="69270" y="269207"/>
                    <a:pt x="67476" y="269905"/>
                    <a:pt x="65582" y="269905"/>
                  </a:cubicBezTo>
                  <a:lnTo>
                    <a:pt x="65582" y="269905"/>
                  </a:lnTo>
                  <a:cubicBezTo>
                    <a:pt x="63689" y="269905"/>
                    <a:pt x="61795" y="269108"/>
                    <a:pt x="60499" y="267812"/>
                  </a:cubicBezTo>
                  <a:lnTo>
                    <a:pt x="25216" y="232429"/>
                  </a:lnTo>
                  <a:cubicBezTo>
                    <a:pt x="22426" y="229639"/>
                    <a:pt x="22426" y="225054"/>
                    <a:pt x="25216" y="222263"/>
                  </a:cubicBezTo>
                  <a:lnTo>
                    <a:pt x="42858" y="204622"/>
                  </a:lnTo>
                  <a:cubicBezTo>
                    <a:pt x="38273" y="196449"/>
                    <a:pt x="34685" y="187778"/>
                    <a:pt x="32093" y="178708"/>
                  </a:cubicBezTo>
                  <a:lnTo>
                    <a:pt x="7176" y="178708"/>
                  </a:lnTo>
                  <a:cubicBezTo>
                    <a:pt x="3189" y="178708"/>
                    <a:pt x="0" y="175518"/>
                    <a:pt x="0" y="171531"/>
                  </a:cubicBezTo>
                  <a:lnTo>
                    <a:pt x="0" y="121497"/>
                  </a:lnTo>
                  <a:cubicBezTo>
                    <a:pt x="0" y="117511"/>
                    <a:pt x="3289" y="114321"/>
                    <a:pt x="7176" y="114321"/>
                  </a:cubicBezTo>
                  <a:lnTo>
                    <a:pt x="32093" y="114321"/>
                  </a:lnTo>
                  <a:cubicBezTo>
                    <a:pt x="34685" y="105251"/>
                    <a:pt x="38273" y="96580"/>
                    <a:pt x="42858" y="88407"/>
                  </a:cubicBezTo>
                  <a:lnTo>
                    <a:pt x="25216" y="70766"/>
                  </a:lnTo>
                  <a:cubicBezTo>
                    <a:pt x="22426" y="67975"/>
                    <a:pt x="22426" y="63390"/>
                    <a:pt x="25216" y="60599"/>
                  </a:cubicBezTo>
                  <a:lnTo>
                    <a:pt x="60499" y="25217"/>
                  </a:lnTo>
                  <a:cubicBezTo>
                    <a:pt x="61894" y="23821"/>
                    <a:pt x="63689" y="23123"/>
                    <a:pt x="65582" y="23123"/>
                  </a:cubicBezTo>
                  <a:lnTo>
                    <a:pt x="65582" y="23123"/>
                  </a:lnTo>
                  <a:cubicBezTo>
                    <a:pt x="67476" y="23123"/>
                    <a:pt x="69370" y="23921"/>
                    <a:pt x="70665" y="25217"/>
                  </a:cubicBezTo>
                  <a:lnTo>
                    <a:pt x="88307" y="42858"/>
                  </a:lnTo>
                  <a:cubicBezTo>
                    <a:pt x="96480" y="38273"/>
                    <a:pt x="105151" y="34685"/>
                    <a:pt x="114221" y="32094"/>
                  </a:cubicBezTo>
                  <a:lnTo>
                    <a:pt x="114221" y="7177"/>
                  </a:lnTo>
                  <a:cubicBezTo>
                    <a:pt x="114221" y="3189"/>
                    <a:pt x="117410" y="0"/>
                    <a:pt x="121397" y="0"/>
                  </a:cubicBezTo>
                  <a:lnTo>
                    <a:pt x="171332" y="0"/>
                  </a:lnTo>
                  <a:cubicBezTo>
                    <a:pt x="175318" y="0"/>
                    <a:pt x="178508" y="3189"/>
                    <a:pt x="178508" y="7177"/>
                  </a:cubicBezTo>
                  <a:lnTo>
                    <a:pt x="178508" y="32094"/>
                  </a:lnTo>
                  <a:cubicBezTo>
                    <a:pt x="187578" y="34586"/>
                    <a:pt x="196249" y="38273"/>
                    <a:pt x="204422" y="42858"/>
                  </a:cubicBezTo>
                  <a:lnTo>
                    <a:pt x="221964" y="25217"/>
                  </a:lnTo>
                  <a:cubicBezTo>
                    <a:pt x="223359" y="23821"/>
                    <a:pt x="225153" y="23123"/>
                    <a:pt x="227047" y="23123"/>
                  </a:cubicBezTo>
                  <a:lnTo>
                    <a:pt x="227047" y="23123"/>
                  </a:lnTo>
                  <a:cubicBezTo>
                    <a:pt x="228941" y="23123"/>
                    <a:pt x="230834" y="23921"/>
                    <a:pt x="232130" y="25217"/>
                  </a:cubicBezTo>
                  <a:lnTo>
                    <a:pt x="267513" y="60599"/>
                  </a:lnTo>
                  <a:cubicBezTo>
                    <a:pt x="270304" y="63390"/>
                    <a:pt x="270304" y="67975"/>
                    <a:pt x="267513" y="70766"/>
                  </a:cubicBezTo>
                  <a:lnTo>
                    <a:pt x="249871" y="88407"/>
                  </a:lnTo>
                  <a:cubicBezTo>
                    <a:pt x="254456" y="96680"/>
                    <a:pt x="258044" y="105351"/>
                    <a:pt x="260635" y="114321"/>
                  </a:cubicBezTo>
                  <a:lnTo>
                    <a:pt x="285553" y="114321"/>
                  </a:lnTo>
                  <a:cubicBezTo>
                    <a:pt x="289540" y="114321"/>
                    <a:pt x="292729" y="117511"/>
                    <a:pt x="292729" y="121497"/>
                  </a:cubicBezTo>
                  <a:lnTo>
                    <a:pt x="292729" y="171531"/>
                  </a:lnTo>
                  <a:cubicBezTo>
                    <a:pt x="292729" y="175518"/>
                    <a:pt x="289540" y="178708"/>
                    <a:pt x="285553" y="178708"/>
                  </a:cubicBezTo>
                  <a:lnTo>
                    <a:pt x="260635" y="178708"/>
                  </a:lnTo>
                  <a:cubicBezTo>
                    <a:pt x="258044" y="187778"/>
                    <a:pt x="254456" y="196449"/>
                    <a:pt x="249871" y="204622"/>
                  </a:cubicBezTo>
                  <a:lnTo>
                    <a:pt x="267513" y="222263"/>
                  </a:lnTo>
                  <a:cubicBezTo>
                    <a:pt x="270304" y="225054"/>
                    <a:pt x="270304" y="229639"/>
                    <a:pt x="267513" y="232429"/>
                  </a:cubicBezTo>
                  <a:lnTo>
                    <a:pt x="232130" y="267812"/>
                  </a:lnTo>
                  <a:cubicBezTo>
                    <a:pt x="230734" y="269207"/>
                    <a:pt x="228941" y="269905"/>
                    <a:pt x="227047" y="269905"/>
                  </a:cubicBezTo>
                  <a:lnTo>
                    <a:pt x="227047" y="269905"/>
                  </a:lnTo>
                  <a:cubicBezTo>
                    <a:pt x="225153" y="269905"/>
                    <a:pt x="223259" y="269108"/>
                    <a:pt x="221964" y="267812"/>
                  </a:cubicBezTo>
                  <a:lnTo>
                    <a:pt x="204422" y="250171"/>
                  </a:lnTo>
                  <a:cubicBezTo>
                    <a:pt x="196249" y="254755"/>
                    <a:pt x="187578" y="258344"/>
                    <a:pt x="178508" y="260935"/>
                  </a:cubicBezTo>
                  <a:lnTo>
                    <a:pt x="178508" y="285853"/>
                  </a:lnTo>
                  <a:cubicBezTo>
                    <a:pt x="178508" y="289739"/>
                    <a:pt x="175318" y="293029"/>
                    <a:pt x="171332" y="293029"/>
                  </a:cubicBezTo>
                  <a:close/>
                  <a:moveTo>
                    <a:pt x="128573" y="278576"/>
                  </a:moveTo>
                  <a:lnTo>
                    <a:pt x="164155" y="278576"/>
                  </a:lnTo>
                  <a:lnTo>
                    <a:pt x="164155" y="255254"/>
                  </a:lnTo>
                  <a:cubicBezTo>
                    <a:pt x="164155" y="251865"/>
                    <a:pt x="166448" y="248975"/>
                    <a:pt x="169737" y="248177"/>
                  </a:cubicBezTo>
                  <a:cubicBezTo>
                    <a:pt x="181099" y="245586"/>
                    <a:pt x="191864" y="241101"/>
                    <a:pt x="201731" y="234921"/>
                  </a:cubicBezTo>
                  <a:cubicBezTo>
                    <a:pt x="204621" y="233127"/>
                    <a:pt x="208309" y="233526"/>
                    <a:pt x="210701" y="235918"/>
                  </a:cubicBezTo>
                  <a:lnTo>
                    <a:pt x="227147" y="252363"/>
                  </a:lnTo>
                  <a:lnTo>
                    <a:pt x="252263" y="227247"/>
                  </a:lnTo>
                  <a:lnTo>
                    <a:pt x="235818" y="210701"/>
                  </a:lnTo>
                  <a:cubicBezTo>
                    <a:pt x="233426" y="208309"/>
                    <a:pt x="233027" y="204622"/>
                    <a:pt x="234821" y="201732"/>
                  </a:cubicBezTo>
                  <a:cubicBezTo>
                    <a:pt x="241001" y="191964"/>
                    <a:pt x="245486" y="181200"/>
                    <a:pt x="248077" y="169737"/>
                  </a:cubicBezTo>
                  <a:cubicBezTo>
                    <a:pt x="248874" y="166448"/>
                    <a:pt x="251765" y="164156"/>
                    <a:pt x="255154" y="164156"/>
                  </a:cubicBezTo>
                  <a:lnTo>
                    <a:pt x="278377" y="164156"/>
                  </a:lnTo>
                  <a:lnTo>
                    <a:pt x="278377" y="128574"/>
                  </a:lnTo>
                  <a:lnTo>
                    <a:pt x="255154" y="128574"/>
                  </a:lnTo>
                  <a:cubicBezTo>
                    <a:pt x="251765" y="128574"/>
                    <a:pt x="248874" y="126282"/>
                    <a:pt x="248077" y="122992"/>
                  </a:cubicBezTo>
                  <a:cubicBezTo>
                    <a:pt x="245486" y="111630"/>
                    <a:pt x="241001" y="100866"/>
                    <a:pt x="234821" y="90899"/>
                  </a:cubicBezTo>
                  <a:cubicBezTo>
                    <a:pt x="233027" y="88008"/>
                    <a:pt x="233426" y="84321"/>
                    <a:pt x="235818" y="82028"/>
                  </a:cubicBezTo>
                  <a:lnTo>
                    <a:pt x="252263" y="65583"/>
                  </a:lnTo>
                  <a:lnTo>
                    <a:pt x="227147" y="40466"/>
                  </a:lnTo>
                  <a:lnTo>
                    <a:pt x="210701" y="56911"/>
                  </a:lnTo>
                  <a:cubicBezTo>
                    <a:pt x="208309" y="59303"/>
                    <a:pt x="204621" y="59703"/>
                    <a:pt x="201731" y="57908"/>
                  </a:cubicBezTo>
                  <a:cubicBezTo>
                    <a:pt x="191864" y="51629"/>
                    <a:pt x="181000" y="47244"/>
                    <a:pt x="169737" y="44553"/>
                  </a:cubicBezTo>
                  <a:cubicBezTo>
                    <a:pt x="166448" y="43755"/>
                    <a:pt x="164155" y="40865"/>
                    <a:pt x="164155" y="37576"/>
                  </a:cubicBezTo>
                  <a:lnTo>
                    <a:pt x="164155" y="14253"/>
                  </a:lnTo>
                  <a:lnTo>
                    <a:pt x="128573" y="14253"/>
                  </a:lnTo>
                  <a:lnTo>
                    <a:pt x="128573" y="37576"/>
                  </a:lnTo>
                  <a:cubicBezTo>
                    <a:pt x="128573" y="40965"/>
                    <a:pt x="126281" y="43855"/>
                    <a:pt x="122992" y="44553"/>
                  </a:cubicBezTo>
                  <a:cubicBezTo>
                    <a:pt x="111630" y="47144"/>
                    <a:pt x="100865" y="51629"/>
                    <a:pt x="90998" y="57809"/>
                  </a:cubicBezTo>
                  <a:cubicBezTo>
                    <a:pt x="88107" y="59603"/>
                    <a:pt x="84420" y="59204"/>
                    <a:pt x="82028" y="56812"/>
                  </a:cubicBezTo>
                  <a:lnTo>
                    <a:pt x="65582" y="40367"/>
                  </a:lnTo>
                  <a:lnTo>
                    <a:pt x="40466" y="65483"/>
                  </a:lnTo>
                  <a:lnTo>
                    <a:pt x="56911" y="81929"/>
                  </a:lnTo>
                  <a:cubicBezTo>
                    <a:pt x="59303" y="84321"/>
                    <a:pt x="59702" y="88008"/>
                    <a:pt x="57908" y="90799"/>
                  </a:cubicBezTo>
                  <a:cubicBezTo>
                    <a:pt x="51728" y="100667"/>
                    <a:pt x="47243" y="111431"/>
                    <a:pt x="44652" y="122893"/>
                  </a:cubicBezTo>
                  <a:cubicBezTo>
                    <a:pt x="43854" y="126182"/>
                    <a:pt x="40964" y="128474"/>
                    <a:pt x="37575" y="128474"/>
                  </a:cubicBezTo>
                  <a:lnTo>
                    <a:pt x="14352" y="128474"/>
                  </a:lnTo>
                  <a:lnTo>
                    <a:pt x="14352" y="164056"/>
                  </a:lnTo>
                  <a:lnTo>
                    <a:pt x="37575" y="164056"/>
                  </a:lnTo>
                  <a:cubicBezTo>
                    <a:pt x="40964" y="164056"/>
                    <a:pt x="43854" y="166348"/>
                    <a:pt x="44652" y="169638"/>
                  </a:cubicBezTo>
                  <a:cubicBezTo>
                    <a:pt x="47343" y="181100"/>
                    <a:pt x="51728" y="191864"/>
                    <a:pt x="57908" y="201632"/>
                  </a:cubicBezTo>
                  <a:cubicBezTo>
                    <a:pt x="59702" y="204522"/>
                    <a:pt x="59303" y="208210"/>
                    <a:pt x="56911" y="210602"/>
                  </a:cubicBezTo>
                  <a:lnTo>
                    <a:pt x="40466" y="227147"/>
                  </a:lnTo>
                  <a:lnTo>
                    <a:pt x="65582" y="252263"/>
                  </a:lnTo>
                  <a:lnTo>
                    <a:pt x="82028" y="235818"/>
                  </a:lnTo>
                  <a:cubicBezTo>
                    <a:pt x="84420" y="233426"/>
                    <a:pt x="88107" y="233027"/>
                    <a:pt x="90998" y="234821"/>
                  </a:cubicBezTo>
                  <a:cubicBezTo>
                    <a:pt x="100865" y="241001"/>
                    <a:pt x="111630" y="245486"/>
                    <a:pt x="122992" y="248077"/>
                  </a:cubicBezTo>
                  <a:cubicBezTo>
                    <a:pt x="126281" y="248775"/>
                    <a:pt x="128573" y="251765"/>
                    <a:pt x="128573" y="255154"/>
                  </a:cubicBezTo>
                  <a:lnTo>
                    <a:pt x="128573" y="278576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>
              <p:custDataLst>
                <p:tags r:id="rId17"/>
              </p:custDataLst>
            </p:nvPr>
          </p:nvSpPr>
          <p:spPr>
            <a:xfrm>
              <a:off x="8890831" y="6241473"/>
              <a:ext cx="132859" cy="132959"/>
            </a:xfrm>
            <a:custGeom>
              <a:avLst/>
              <a:gdLst>
                <a:gd name="connsiteX0" fmla="*/ 66380 w 132859"/>
                <a:gd name="connsiteY0" fmla="*/ 132959 h 132959"/>
                <a:gd name="connsiteX1" fmla="*/ 0 w 132859"/>
                <a:gd name="connsiteY1" fmla="*/ 66479 h 132959"/>
                <a:gd name="connsiteX2" fmla="*/ 66380 w 132859"/>
                <a:gd name="connsiteY2" fmla="*/ 0 h 132959"/>
                <a:gd name="connsiteX3" fmla="*/ 132860 w 132859"/>
                <a:gd name="connsiteY3" fmla="*/ 66479 h 132959"/>
                <a:gd name="connsiteX4" fmla="*/ 66380 w 132859"/>
                <a:gd name="connsiteY4" fmla="*/ 132959 h 132959"/>
                <a:gd name="connsiteX5" fmla="*/ 66380 w 132859"/>
                <a:gd name="connsiteY5" fmla="*/ 14452 h 132959"/>
                <a:gd name="connsiteX6" fmla="*/ 14352 w 132859"/>
                <a:gd name="connsiteY6" fmla="*/ 66479 h 132959"/>
                <a:gd name="connsiteX7" fmla="*/ 66380 w 132859"/>
                <a:gd name="connsiteY7" fmla="*/ 118507 h 132959"/>
                <a:gd name="connsiteX8" fmla="*/ 118407 w 132859"/>
                <a:gd name="connsiteY8" fmla="*/ 66479 h 132959"/>
                <a:gd name="connsiteX9" fmla="*/ 66380 w 132859"/>
                <a:gd name="connsiteY9" fmla="*/ 14452 h 13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859" h="132959">
                  <a:moveTo>
                    <a:pt x="66380" y="132959"/>
                  </a:moveTo>
                  <a:cubicBezTo>
                    <a:pt x="29802" y="132959"/>
                    <a:pt x="0" y="103158"/>
                    <a:pt x="0" y="66479"/>
                  </a:cubicBezTo>
                  <a:cubicBezTo>
                    <a:pt x="0" y="29801"/>
                    <a:pt x="29802" y="0"/>
                    <a:pt x="66380" y="0"/>
                  </a:cubicBezTo>
                  <a:cubicBezTo>
                    <a:pt x="103059" y="0"/>
                    <a:pt x="132860" y="29801"/>
                    <a:pt x="132860" y="66479"/>
                  </a:cubicBezTo>
                  <a:cubicBezTo>
                    <a:pt x="132860" y="103158"/>
                    <a:pt x="102959" y="132959"/>
                    <a:pt x="66380" y="132959"/>
                  </a:cubicBezTo>
                  <a:close/>
                  <a:moveTo>
                    <a:pt x="66380" y="14452"/>
                  </a:moveTo>
                  <a:cubicBezTo>
                    <a:pt x="37675" y="14452"/>
                    <a:pt x="14352" y="37775"/>
                    <a:pt x="14352" y="66479"/>
                  </a:cubicBezTo>
                  <a:cubicBezTo>
                    <a:pt x="14352" y="95184"/>
                    <a:pt x="37675" y="118507"/>
                    <a:pt x="66380" y="118507"/>
                  </a:cubicBezTo>
                  <a:cubicBezTo>
                    <a:pt x="95085" y="118507"/>
                    <a:pt x="118407" y="95184"/>
                    <a:pt x="118407" y="66479"/>
                  </a:cubicBezTo>
                  <a:cubicBezTo>
                    <a:pt x="118407" y="37775"/>
                    <a:pt x="95085" y="14452"/>
                    <a:pt x="66380" y="144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>
              <p:custDataLst>
                <p:tags r:id="rId18"/>
              </p:custDataLst>
            </p:nvPr>
          </p:nvSpPr>
          <p:spPr>
            <a:xfrm>
              <a:off x="8613451" y="5628306"/>
              <a:ext cx="148906" cy="149005"/>
            </a:xfrm>
            <a:custGeom>
              <a:avLst/>
              <a:gdLst>
                <a:gd name="connsiteX0" fmla="*/ 74453 w 148906"/>
                <a:gd name="connsiteY0" fmla="*/ 149006 h 149005"/>
                <a:gd name="connsiteX1" fmla="*/ 74453 w 148906"/>
                <a:gd name="connsiteY1" fmla="*/ 149006 h 149005"/>
                <a:gd name="connsiteX2" fmla="*/ 67576 w 148906"/>
                <a:gd name="connsiteY2" fmla="*/ 143923 h 149005"/>
                <a:gd name="connsiteX3" fmla="*/ 52924 w 148906"/>
                <a:gd name="connsiteY3" fmla="*/ 96082 h 149005"/>
                <a:gd name="connsiteX4" fmla="*/ 5083 w 148906"/>
                <a:gd name="connsiteY4" fmla="*/ 81331 h 149005"/>
                <a:gd name="connsiteX5" fmla="*/ 0 w 148906"/>
                <a:gd name="connsiteY5" fmla="*/ 74453 h 149005"/>
                <a:gd name="connsiteX6" fmla="*/ 5083 w 148906"/>
                <a:gd name="connsiteY6" fmla="*/ 67576 h 149005"/>
                <a:gd name="connsiteX7" fmla="*/ 52924 w 148906"/>
                <a:gd name="connsiteY7" fmla="*/ 52924 h 149005"/>
                <a:gd name="connsiteX8" fmla="*/ 67576 w 148906"/>
                <a:gd name="connsiteY8" fmla="*/ 5083 h 149005"/>
                <a:gd name="connsiteX9" fmla="*/ 74453 w 148906"/>
                <a:gd name="connsiteY9" fmla="*/ 0 h 149005"/>
                <a:gd name="connsiteX10" fmla="*/ 74453 w 148906"/>
                <a:gd name="connsiteY10" fmla="*/ 0 h 149005"/>
                <a:gd name="connsiteX11" fmla="*/ 81330 w 148906"/>
                <a:gd name="connsiteY11" fmla="*/ 5083 h 149005"/>
                <a:gd name="connsiteX12" fmla="*/ 96081 w 148906"/>
                <a:gd name="connsiteY12" fmla="*/ 52924 h 149005"/>
                <a:gd name="connsiteX13" fmla="*/ 143823 w 148906"/>
                <a:gd name="connsiteY13" fmla="*/ 67576 h 149005"/>
                <a:gd name="connsiteX14" fmla="*/ 148906 w 148906"/>
                <a:gd name="connsiteY14" fmla="*/ 74453 h 149005"/>
                <a:gd name="connsiteX15" fmla="*/ 143823 w 148906"/>
                <a:gd name="connsiteY15" fmla="*/ 81331 h 149005"/>
                <a:gd name="connsiteX16" fmla="*/ 96081 w 148906"/>
                <a:gd name="connsiteY16" fmla="*/ 96082 h 149005"/>
                <a:gd name="connsiteX17" fmla="*/ 81330 w 148906"/>
                <a:gd name="connsiteY17" fmla="*/ 143923 h 149005"/>
                <a:gd name="connsiteX18" fmla="*/ 74453 w 148906"/>
                <a:gd name="connsiteY18" fmla="*/ 149006 h 149005"/>
                <a:gd name="connsiteX19" fmla="*/ 31695 w 148906"/>
                <a:gd name="connsiteY19" fmla="*/ 74453 h 149005"/>
                <a:gd name="connsiteX20" fmla="*/ 60698 w 148906"/>
                <a:gd name="connsiteY20" fmla="*/ 83424 h 149005"/>
                <a:gd name="connsiteX21" fmla="*/ 65483 w 148906"/>
                <a:gd name="connsiteY21" fmla="*/ 88208 h 149005"/>
                <a:gd name="connsiteX22" fmla="*/ 74353 w 148906"/>
                <a:gd name="connsiteY22" fmla="*/ 117211 h 149005"/>
                <a:gd name="connsiteX23" fmla="*/ 83324 w 148906"/>
                <a:gd name="connsiteY23" fmla="*/ 88208 h 149005"/>
                <a:gd name="connsiteX24" fmla="*/ 88107 w 148906"/>
                <a:gd name="connsiteY24" fmla="*/ 83424 h 149005"/>
                <a:gd name="connsiteX25" fmla="*/ 117112 w 148906"/>
                <a:gd name="connsiteY25" fmla="*/ 74453 h 149005"/>
                <a:gd name="connsiteX26" fmla="*/ 88107 w 148906"/>
                <a:gd name="connsiteY26" fmla="*/ 65583 h 149005"/>
                <a:gd name="connsiteX27" fmla="*/ 83324 w 148906"/>
                <a:gd name="connsiteY27" fmla="*/ 60799 h 149005"/>
                <a:gd name="connsiteX28" fmla="*/ 74353 w 148906"/>
                <a:gd name="connsiteY28" fmla="*/ 31695 h 149005"/>
                <a:gd name="connsiteX29" fmla="*/ 65483 w 148906"/>
                <a:gd name="connsiteY29" fmla="*/ 60799 h 149005"/>
                <a:gd name="connsiteX30" fmla="*/ 60698 w 148906"/>
                <a:gd name="connsiteY30" fmla="*/ 65583 h 149005"/>
                <a:gd name="connsiteX31" fmla="*/ 31695 w 148906"/>
                <a:gd name="connsiteY31" fmla="*/ 74453 h 14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06" h="149005">
                  <a:moveTo>
                    <a:pt x="74453" y="149006"/>
                  </a:moveTo>
                  <a:lnTo>
                    <a:pt x="74453" y="149006"/>
                  </a:lnTo>
                  <a:cubicBezTo>
                    <a:pt x="71263" y="149006"/>
                    <a:pt x="68473" y="146913"/>
                    <a:pt x="67576" y="143923"/>
                  </a:cubicBezTo>
                  <a:lnTo>
                    <a:pt x="52924" y="96082"/>
                  </a:lnTo>
                  <a:lnTo>
                    <a:pt x="5083" y="81331"/>
                  </a:lnTo>
                  <a:cubicBezTo>
                    <a:pt x="2093" y="80433"/>
                    <a:pt x="0" y="77543"/>
                    <a:pt x="0" y="74453"/>
                  </a:cubicBezTo>
                  <a:cubicBezTo>
                    <a:pt x="0" y="71264"/>
                    <a:pt x="2093" y="68473"/>
                    <a:pt x="5083" y="67576"/>
                  </a:cubicBezTo>
                  <a:lnTo>
                    <a:pt x="52924" y="52924"/>
                  </a:lnTo>
                  <a:lnTo>
                    <a:pt x="67576" y="5083"/>
                  </a:lnTo>
                  <a:cubicBezTo>
                    <a:pt x="68473" y="2093"/>
                    <a:pt x="71263" y="0"/>
                    <a:pt x="74453" y="0"/>
                  </a:cubicBezTo>
                  <a:lnTo>
                    <a:pt x="74453" y="0"/>
                  </a:lnTo>
                  <a:cubicBezTo>
                    <a:pt x="77642" y="0"/>
                    <a:pt x="80433" y="2093"/>
                    <a:pt x="81330" y="5083"/>
                  </a:cubicBezTo>
                  <a:lnTo>
                    <a:pt x="96081" y="52924"/>
                  </a:lnTo>
                  <a:lnTo>
                    <a:pt x="143823" y="67576"/>
                  </a:lnTo>
                  <a:cubicBezTo>
                    <a:pt x="146813" y="68473"/>
                    <a:pt x="148906" y="71264"/>
                    <a:pt x="148906" y="74453"/>
                  </a:cubicBezTo>
                  <a:cubicBezTo>
                    <a:pt x="148906" y="77643"/>
                    <a:pt x="146813" y="80433"/>
                    <a:pt x="143823" y="81331"/>
                  </a:cubicBezTo>
                  <a:lnTo>
                    <a:pt x="96081" y="96082"/>
                  </a:lnTo>
                  <a:lnTo>
                    <a:pt x="81330" y="143923"/>
                  </a:lnTo>
                  <a:cubicBezTo>
                    <a:pt x="80334" y="146913"/>
                    <a:pt x="77543" y="149006"/>
                    <a:pt x="74453" y="149006"/>
                  </a:cubicBezTo>
                  <a:close/>
                  <a:moveTo>
                    <a:pt x="31695" y="74453"/>
                  </a:moveTo>
                  <a:lnTo>
                    <a:pt x="60698" y="83424"/>
                  </a:lnTo>
                  <a:cubicBezTo>
                    <a:pt x="62991" y="84121"/>
                    <a:pt x="64785" y="85916"/>
                    <a:pt x="65483" y="88208"/>
                  </a:cubicBezTo>
                  <a:lnTo>
                    <a:pt x="74353" y="117211"/>
                  </a:lnTo>
                  <a:lnTo>
                    <a:pt x="83324" y="88208"/>
                  </a:lnTo>
                  <a:cubicBezTo>
                    <a:pt x="84021" y="85916"/>
                    <a:pt x="85815" y="84121"/>
                    <a:pt x="88107" y="83424"/>
                  </a:cubicBezTo>
                  <a:lnTo>
                    <a:pt x="117112" y="74453"/>
                  </a:lnTo>
                  <a:lnTo>
                    <a:pt x="88107" y="65583"/>
                  </a:lnTo>
                  <a:cubicBezTo>
                    <a:pt x="85815" y="64885"/>
                    <a:pt x="84021" y="63091"/>
                    <a:pt x="83324" y="60799"/>
                  </a:cubicBezTo>
                  <a:lnTo>
                    <a:pt x="74353" y="31695"/>
                  </a:lnTo>
                  <a:lnTo>
                    <a:pt x="65483" y="60799"/>
                  </a:lnTo>
                  <a:cubicBezTo>
                    <a:pt x="64785" y="63091"/>
                    <a:pt x="62991" y="64885"/>
                    <a:pt x="60698" y="65583"/>
                  </a:cubicBezTo>
                  <a:lnTo>
                    <a:pt x="31695" y="74453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>
              <p:custDataLst>
                <p:tags r:id="rId19"/>
              </p:custDataLst>
            </p:nvPr>
          </p:nvSpPr>
          <p:spPr>
            <a:xfrm>
              <a:off x="8628202" y="6359083"/>
              <a:ext cx="148906" cy="149005"/>
            </a:xfrm>
            <a:custGeom>
              <a:avLst/>
              <a:gdLst>
                <a:gd name="connsiteX0" fmla="*/ 74453 w 148906"/>
                <a:gd name="connsiteY0" fmla="*/ 149006 h 149005"/>
                <a:gd name="connsiteX1" fmla="*/ 67576 w 148906"/>
                <a:gd name="connsiteY1" fmla="*/ 143923 h 149005"/>
                <a:gd name="connsiteX2" fmla="*/ 52825 w 148906"/>
                <a:gd name="connsiteY2" fmla="*/ 96082 h 149005"/>
                <a:gd name="connsiteX3" fmla="*/ 5083 w 148906"/>
                <a:gd name="connsiteY3" fmla="*/ 81430 h 149005"/>
                <a:gd name="connsiteX4" fmla="*/ 0 w 148906"/>
                <a:gd name="connsiteY4" fmla="*/ 74553 h 149005"/>
                <a:gd name="connsiteX5" fmla="*/ 5083 w 148906"/>
                <a:gd name="connsiteY5" fmla="*/ 67676 h 149005"/>
                <a:gd name="connsiteX6" fmla="*/ 52825 w 148906"/>
                <a:gd name="connsiteY6" fmla="*/ 52924 h 149005"/>
                <a:gd name="connsiteX7" fmla="*/ 67576 w 148906"/>
                <a:gd name="connsiteY7" fmla="*/ 5083 h 149005"/>
                <a:gd name="connsiteX8" fmla="*/ 74453 w 148906"/>
                <a:gd name="connsiteY8" fmla="*/ 0 h 149005"/>
                <a:gd name="connsiteX9" fmla="*/ 74453 w 148906"/>
                <a:gd name="connsiteY9" fmla="*/ 0 h 149005"/>
                <a:gd name="connsiteX10" fmla="*/ 81330 w 148906"/>
                <a:gd name="connsiteY10" fmla="*/ 5083 h 149005"/>
                <a:gd name="connsiteX11" fmla="*/ 95982 w 148906"/>
                <a:gd name="connsiteY11" fmla="*/ 52924 h 149005"/>
                <a:gd name="connsiteX12" fmla="*/ 143823 w 148906"/>
                <a:gd name="connsiteY12" fmla="*/ 67676 h 149005"/>
                <a:gd name="connsiteX13" fmla="*/ 148906 w 148906"/>
                <a:gd name="connsiteY13" fmla="*/ 74553 h 149005"/>
                <a:gd name="connsiteX14" fmla="*/ 143823 w 148906"/>
                <a:gd name="connsiteY14" fmla="*/ 81430 h 149005"/>
                <a:gd name="connsiteX15" fmla="*/ 95982 w 148906"/>
                <a:gd name="connsiteY15" fmla="*/ 96082 h 149005"/>
                <a:gd name="connsiteX16" fmla="*/ 81330 w 148906"/>
                <a:gd name="connsiteY16" fmla="*/ 143923 h 149005"/>
                <a:gd name="connsiteX17" fmla="*/ 74453 w 148906"/>
                <a:gd name="connsiteY17" fmla="*/ 149006 h 149005"/>
                <a:gd name="connsiteX18" fmla="*/ 74453 w 148906"/>
                <a:gd name="connsiteY18" fmla="*/ 149006 h 149005"/>
                <a:gd name="connsiteX19" fmla="*/ 31695 w 148906"/>
                <a:gd name="connsiteY19" fmla="*/ 74453 h 149005"/>
                <a:gd name="connsiteX20" fmla="*/ 60699 w 148906"/>
                <a:gd name="connsiteY20" fmla="*/ 83324 h 149005"/>
                <a:gd name="connsiteX21" fmla="*/ 65483 w 148906"/>
                <a:gd name="connsiteY21" fmla="*/ 88108 h 149005"/>
                <a:gd name="connsiteX22" fmla="*/ 74453 w 148906"/>
                <a:gd name="connsiteY22" fmla="*/ 117211 h 149005"/>
                <a:gd name="connsiteX23" fmla="*/ 83324 w 148906"/>
                <a:gd name="connsiteY23" fmla="*/ 88208 h 149005"/>
                <a:gd name="connsiteX24" fmla="*/ 88108 w 148906"/>
                <a:gd name="connsiteY24" fmla="*/ 83423 h 149005"/>
                <a:gd name="connsiteX25" fmla="*/ 117112 w 148906"/>
                <a:gd name="connsiteY25" fmla="*/ 74553 h 149005"/>
                <a:gd name="connsiteX26" fmla="*/ 88108 w 148906"/>
                <a:gd name="connsiteY26" fmla="*/ 65583 h 149005"/>
                <a:gd name="connsiteX27" fmla="*/ 83324 w 148906"/>
                <a:gd name="connsiteY27" fmla="*/ 60799 h 149005"/>
                <a:gd name="connsiteX28" fmla="*/ 74453 w 148906"/>
                <a:gd name="connsiteY28" fmla="*/ 31795 h 149005"/>
                <a:gd name="connsiteX29" fmla="*/ 65483 w 148906"/>
                <a:gd name="connsiteY29" fmla="*/ 60799 h 149005"/>
                <a:gd name="connsiteX30" fmla="*/ 60699 w 148906"/>
                <a:gd name="connsiteY30" fmla="*/ 65583 h 149005"/>
                <a:gd name="connsiteX31" fmla="*/ 31695 w 148906"/>
                <a:gd name="connsiteY31" fmla="*/ 74453 h 14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06" h="149005">
                  <a:moveTo>
                    <a:pt x="74453" y="149006"/>
                  </a:moveTo>
                  <a:cubicBezTo>
                    <a:pt x="71264" y="149006"/>
                    <a:pt x="68473" y="146913"/>
                    <a:pt x="67576" y="143923"/>
                  </a:cubicBezTo>
                  <a:lnTo>
                    <a:pt x="52825" y="96082"/>
                  </a:lnTo>
                  <a:lnTo>
                    <a:pt x="5083" y="81430"/>
                  </a:lnTo>
                  <a:cubicBezTo>
                    <a:pt x="2093" y="80533"/>
                    <a:pt x="0" y="77743"/>
                    <a:pt x="0" y="74553"/>
                  </a:cubicBezTo>
                  <a:cubicBezTo>
                    <a:pt x="0" y="71364"/>
                    <a:pt x="2093" y="68573"/>
                    <a:pt x="5083" y="67676"/>
                  </a:cubicBezTo>
                  <a:lnTo>
                    <a:pt x="52825" y="52924"/>
                  </a:lnTo>
                  <a:lnTo>
                    <a:pt x="67576" y="5083"/>
                  </a:lnTo>
                  <a:cubicBezTo>
                    <a:pt x="68473" y="2093"/>
                    <a:pt x="71264" y="0"/>
                    <a:pt x="74453" y="0"/>
                  </a:cubicBezTo>
                  <a:lnTo>
                    <a:pt x="74453" y="0"/>
                  </a:lnTo>
                  <a:cubicBezTo>
                    <a:pt x="77642" y="0"/>
                    <a:pt x="80433" y="2093"/>
                    <a:pt x="81330" y="5083"/>
                  </a:cubicBezTo>
                  <a:lnTo>
                    <a:pt x="95982" y="52924"/>
                  </a:lnTo>
                  <a:lnTo>
                    <a:pt x="143823" y="67676"/>
                  </a:lnTo>
                  <a:cubicBezTo>
                    <a:pt x="146813" y="68573"/>
                    <a:pt x="148906" y="71364"/>
                    <a:pt x="148906" y="74553"/>
                  </a:cubicBezTo>
                  <a:cubicBezTo>
                    <a:pt x="148906" y="77743"/>
                    <a:pt x="146813" y="80533"/>
                    <a:pt x="143823" y="81430"/>
                  </a:cubicBezTo>
                  <a:lnTo>
                    <a:pt x="95982" y="96082"/>
                  </a:lnTo>
                  <a:lnTo>
                    <a:pt x="81330" y="143923"/>
                  </a:lnTo>
                  <a:cubicBezTo>
                    <a:pt x="80433" y="146913"/>
                    <a:pt x="77642" y="149006"/>
                    <a:pt x="74453" y="149006"/>
                  </a:cubicBezTo>
                  <a:lnTo>
                    <a:pt x="74453" y="149006"/>
                  </a:lnTo>
                  <a:close/>
                  <a:moveTo>
                    <a:pt x="31695" y="74453"/>
                  </a:moveTo>
                  <a:lnTo>
                    <a:pt x="60699" y="83324"/>
                  </a:lnTo>
                  <a:cubicBezTo>
                    <a:pt x="62991" y="84021"/>
                    <a:pt x="64785" y="85816"/>
                    <a:pt x="65483" y="88108"/>
                  </a:cubicBezTo>
                  <a:lnTo>
                    <a:pt x="74453" y="117211"/>
                  </a:lnTo>
                  <a:lnTo>
                    <a:pt x="83324" y="88208"/>
                  </a:lnTo>
                  <a:cubicBezTo>
                    <a:pt x="84021" y="85915"/>
                    <a:pt x="85815" y="84121"/>
                    <a:pt x="88108" y="83423"/>
                  </a:cubicBezTo>
                  <a:lnTo>
                    <a:pt x="117112" y="74553"/>
                  </a:lnTo>
                  <a:lnTo>
                    <a:pt x="88108" y="65583"/>
                  </a:lnTo>
                  <a:cubicBezTo>
                    <a:pt x="85815" y="64885"/>
                    <a:pt x="84021" y="63091"/>
                    <a:pt x="83324" y="60799"/>
                  </a:cubicBezTo>
                  <a:lnTo>
                    <a:pt x="74453" y="31795"/>
                  </a:lnTo>
                  <a:lnTo>
                    <a:pt x="65483" y="60799"/>
                  </a:lnTo>
                  <a:cubicBezTo>
                    <a:pt x="64785" y="63091"/>
                    <a:pt x="62991" y="64885"/>
                    <a:pt x="60699" y="65583"/>
                  </a:cubicBezTo>
                  <a:lnTo>
                    <a:pt x="31695" y="74453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>
              <p:custDataLst>
                <p:tags r:id="rId20"/>
              </p:custDataLst>
            </p:nvPr>
          </p:nvSpPr>
          <p:spPr>
            <a:xfrm>
              <a:off x="8921629" y="5991901"/>
              <a:ext cx="148906" cy="149005"/>
            </a:xfrm>
            <a:custGeom>
              <a:avLst/>
              <a:gdLst>
                <a:gd name="connsiteX0" fmla="*/ 74453 w 148906"/>
                <a:gd name="connsiteY0" fmla="*/ 149006 h 149005"/>
                <a:gd name="connsiteX1" fmla="*/ 67576 w 148906"/>
                <a:gd name="connsiteY1" fmla="*/ 143923 h 149005"/>
                <a:gd name="connsiteX2" fmla="*/ 52825 w 148906"/>
                <a:gd name="connsiteY2" fmla="*/ 96082 h 149005"/>
                <a:gd name="connsiteX3" fmla="*/ 5083 w 148906"/>
                <a:gd name="connsiteY3" fmla="*/ 81330 h 149005"/>
                <a:gd name="connsiteX4" fmla="*/ 0 w 148906"/>
                <a:gd name="connsiteY4" fmla="*/ 74453 h 149005"/>
                <a:gd name="connsiteX5" fmla="*/ 5083 w 148906"/>
                <a:gd name="connsiteY5" fmla="*/ 67576 h 149005"/>
                <a:gd name="connsiteX6" fmla="*/ 52825 w 148906"/>
                <a:gd name="connsiteY6" fmla="*/ 52924 h 149005"/>
                <a:gd name="connsiteX7" fmla="*/ 67576 w 148906"/>
                <a:gd name="connsiteY7" fmla="*/ 5083 h 149005"/>
                <a:gd name="connsiteX8" fmla="*/ 74453 w 148906"/>
                <a:gd name="connsiteY8" fmla="*/ 0 h 149005"/>
                <a:gd name="connsiteX9" fmla="*/ 74453 w 148906"/>
                <a:gd name="connsiteY9" fmla="*/ 0 h 149005"/>
                <a:gd name="connsiteX10" fmla="*/ 81330 w 148906"/>
                <a:gd name="connsiteY10" fmla="*/ 5083 h 149005"/>
                <a:gd name="connsiteX11" fmla="*/ 95982 w 148906"/>
                <a:gd name="connsiteY11" fmla="*/ 52924 h 149005"/>
                <a:gd name="connsiteX12" fmla="*/ 143823 w 148906"/>
                <a:gd name="connsiteY12" fmla="*/ 67576 h 149005"/>
                <a:gd name="connsiteX13" fmla="*/ 148906 w 148906"/>
                <a:gd name="connsiteY13" fmla="*/ 74453 h 149005"/>
                <a:gd name="connsiteX14" fmla="*/ 143823 w 148906"/>
                <a:gd name="connsiteY14" fmla="*/ 81330 h 149005"/>
                <a:gd name="connsiteX15" fmla="*/ 95982 w 148906"/>
                <a:gd name="connsiteY15" fmla="*/ 96082 h 149005"/>
                <a:gd name="connsiteX16" fmla="*/ 81330 w 148906"/>
                <a:gd name="connsiteY16" fmla="*/ 143923 h 149005"/>
                <a:gd name="connsiteX17" fmla="*/ 74453 w 148906"/>
                <a:gd name="connsiteY17" fmla="*/ 149006 h 149005"/>
                <a:gd name="connsiteX18" fmla="*/ 74453 w 148906"/>
                <a:gd name="connsiteY18" fmla="*/ 149006 h 149005"/>
                <a:gd name="connsiteX19" fmla="*/ 31695 w 148906"/>
                <a:gd name="connsiteY19" fmla="*/ 74453 h 149005"/>
                <a:gd name="connsiteX20" fmla="*/ 60699 w 148906"/>
                <a:gd name="connsiteY20" fmla="*/ 83423 h 149005"/>
                <a:gd name="connsiteX21" fmla="*/ 65483 w 148906"/>
                <a:gd name="connsiteY21" fmla="*/ 88207 h 149005"/>
                <a:gd name="connsiteX22" fmla="*/ 74354 w 148906"/>
                <a:gd name="connsiteY22" fmla="*/ 117211 h 149005"/>
                <a:gd name="connsiteX23" fmla="*/ 83224 w 148906"/>
                <a:gd name="connsiteY23" fmla="*/ 88207 h 149005"/>
                <a:gd name="connsiteX24" fmla="*/ 88008 w 148906"/>
                <a:gd name="connsiteY24" fmla="*/ 83423 h 149005"/>
                <a:gd name="connsiteX25" fmla="*/ 117112 w 148906"/>
                <a:gd name="connsiteY25" fmla="*/ 74453 h 149005"/>
                <a:gd name="connsiteX26" fmla="*/ 88008 w 148906"/>
                <a:gd name="connsiteY26" fmla="*/ 65483 h 149005"/>
                <a:gd name="connsiteX27" fmla="*/ 83224 w 148906"/>
                <a:gd name="connsiteY27" fmla="*/ 60698 h 149005"/>
                <a:gd name="connsiteX28" fmla="*/ 74354 w 148906"/>
                <a:gd name="connsiteY28" fmla="*/ 31695 h 149005"/>
                <a:gd name="connsiteX29" fmla="*/ 65483 w 148906"/>
                <a:gd name="connsiteY29" fmla="*/ 60698 h 149005"/>
                <a:gd name="connsiteX30" fmla="*/ 60699 w 148906"/>
                <a:gd name="connsiteY30" fmla="*/ 65483 h 149005"/>
                <a:gd name="connsiteX31" fmla="*/ 31695 w 148906"/>
                <a:gd name="connsiteY31" fmla="*/ 74453 h 14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06" h="149005">
                  <a:moveTo>
                    <a:pt x="74453" y="149006"/>
                  </a:moveTo>
                  <a:cubicBezTo>
                    <a:pt x="71264" y="149006"/>
                    <a:pt x="68473" y="146913"/>
                    <a:pt x="67576" y="143923"/>
                  </a:cubicBezTo>
                  <a:lnTo>
                    <a:pt x="52825" y="96082"/>
                  </a:lnTo>
                  <a:lnTo>
                    <a:pt x="5083" y="81330"/>
                  </a:lnTo>
                  <a:cubicBezTo>
                    <a:pt x="2093" y="80433"/>
                    <a:pt x="0" y="77642"/>
                    <a:pt x="0" y="74453"/>
                  </a:cubicBezTo>
                  <a:cubicBezTo>
                    <a:pt x="0" y="71263"/>
                    <a:pt x="2093" y="68473"/>
                    <a:pt x="5083" y="67576"/>
                  </a:cubicBezTo>
                  <a:lnTo>
                    <a:pt x="52825" y="52924"/>
                  </a:lnTo>
                  <a:lnTo>
                    <a:pt x="67576" y="5083"/>
                  </a:lnTo>
                  <a:cubicBezTo>
                    <a:pt x="68473" y="2093"/>
                    <a:pt x="71264" y="0"/>
                    <a:pt x="74453" y="0"/>
                  </a:cubicBezTo>
                  <a:lnTo>
                    <a:pt x="74453" y="0"/>
                  </a:lnTo>
                  <a:cubicBezTo>
                    <a:pt x="77642" y="0"/>
                    <a:pt x="80433" y="2093"/>
                    <a:pt x="81330" y="5083"/>
                  </a:cubicBezTo>
                  <a:lnTo>
                    <a:pt x="95982" y="52924"/>
                  </a:lnTo>
                  <a:lnTo>
                    <a:pt x="143823" y="67576"/>
                  </a:lnTo>
                  <a:cubicBezTo>
                    <a:pt x="146813" y="68473"/>
                    <a:pt x="148906" y="71263"/>
                    <a:pt x="148906" y="74453"/>
                  </a:cubicBezTo>
                  <a:cubicBezTo>
                    <a:pt x="148906" y="77642"/>
                    <a:pt x="146813" y="80433"/>
                    <a:pt x="143823" y="81330"/>
                  </a:cubicBezTo>
                  <a:lnTo>
                    <a:pt x="95982" y="96082"/>
                  </a:lnTo>
                  <a:lnTo>
                    <a:pt x="81330" y="143923"/>
                  </a:lnTo>
                  <a:cubicBezTo>
                    <a:pt x="80433" y="146913"/>
                    <a:pt x="77642" y="149006"/>
                    <a:pt x="74453" y="149006"/>
                  </a:cubicBezTo>
                  <a:lnTo>
                    <a:pt x="74453" y="149006"/>
                  </a:lnTo>
                  <a:close/>
                  <a:moveTo>
                    <a:pt x="31695" y="74453"/>
                  </a:moveTo>
                  <a:lnTo>
                    <a:pt x="60699" y="83423"/>
                  </a:lnTo>
                  <a:cubicBezTo>
                    <a:pt x="62991" y="84121"/>
                    <a:pt x="64785" y="85915"/>
                    <a:pt x="65483" y="88207"/>
                  </a:cubicBezTo>
                  <a:lnTo>
                    <a:pt x="74354" y="117211"/>
                  </a:lnTo>
                  <a:lnTo>
                    <a:pt x="83224" y="88207"/>
                  </a:lnTo>
                  <a:cubicBezTo>
                    <a:pt x="83922" y="85915"/>
                    <a:pt x="85716" y="84121"/>
                    <a:pt x="88008" y="83423"/>
                  </a:cubicBezTo>
                  <a:lnTo>
                    <a:pt x="117112" y="74453"/>
                  </a:lnTo>
                  <a:lnTo>
                    <a:pt x="88008" y="65483"/>
                  </a:lnTo>
                  <a:cubicBezTo>
                    <a:pt x="85716" y="64785"/>
                    <a:pt x="83922" y="62991"/>
                    <a:pt x="83224" y="60698"/>
                  </a:cubicBezTo>
                  <a:lnTo>
                    <a:pt x="74354" y="31695"/>
                  </a:lnTo>
                  <a:lnTo>
                    <a:pt x="65483" y="60698"/>
                  </a:lnTo>
                  <a:cubicBezTo>
                    <a:pt x="64785" y="62991"/>
                    <a:pt x="62991" y="64785"/>
                    <a:pt x="60699" y="65483"/>
                  </a:cubicBezTo>
                  <a:lnTo>
                    <a:pt x="31695" y="74453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1" name="图形 4"/>
          <p:cNvGrpSpPr/>
          <p:nvPr/>
        </p:nvGrpSpPr>
        <p:grpSpPr>
          <a:xfrm>
            <a:off x="7542614" y="3848079"/>
            <a:ext cx="566030" cy="447792"/>
            <a:chOff x="6975483" y="3081053"/>
            <a:chExt cx="878885" cy="695294"/>
          </a:xfrm>
          <a:solidFill>
            <a:schemeClr val="accent1"/>
          </a:solidFill>
        </p:grpSpPr>
        <p:sp>
          <p:nvSpPr>
            <p:cNvPr id="412" name="任意多边形: 形状 411"/>
            <p:cNvSpPr/>
            <p:nvPr>
              <p:custDataLst>
                <p:tags r:id="rId21"/>
              </p:custDataLst>
            </p:nvPr>
          </p:nvSpPr>
          <p:spPr>
            <a:xfrm>
              <a:off x="6975483" y="3233248"/>
              <a:ext cx="636588" cy="543099"/>
            </a:xfrm>
            <a:custGeom>
              <a:avLst/>
              <a:gdLst>
                <a:gd name="connsiteX0" fmla="*/ 109038 w 636588"/>
                <a:gd name="connsiteY0" fmla="*/ 543099 h 543099"/>
                <a:gd name="connsiteX1" fmla="*/ 105849 w 636588"/>
                <a:gd name="connsiteY1" fmla="*/ 542401 h 543099"/>
                <a:gd name="connsiteX2" fmla="*/ 101763 w 636588"/>
                <a:gd name="connsiteY2" fmla="*/ 536421 h 543099"/>
                <a:gd name="connsiteX3" fmla="*/ 95284 w 636588"/>
                <a:gd name="connsiteY3" fmla="*/ 444925 h 543099"/>
                <a:gd name="connsiteX4" fmla="*/ 44752 w 636588"/>
                <a:gd name="connsiteY4" fmla="*/ 444925 h 543099"/>
                <a:gd name="connsiteX5" fmla="*/ 0 w 636588"/>
                <a:gd name="connsiteY5" fmla="*/ 400073 h 543099"/>
                <a:gd name="connsiteX6" fmla="*/ 0 w 636588"/>
                <a:gd name="connsiteY6" fmla="*/ 44851 h 543099"/>
                <a:gd name="connsiteX7" fmla="*/ 44752 w 636588"/>
                <a:gd name="connsiteY7" fmla="*/ 0 h 543099"/>
                <a:gd name="connsiteX8" fmla="*/ 591738 w 636588"/>
                <a:gd name="connsiteY8" fmla="*/ 0 h 543099"/>
                <a:gd name="connsiteX9" fmla="*/ 636589 w 636588"/>
                <a:gd name="connsiteY9" fmla="*/ 44851 h 543099"/>
                <a:gd name="connsiteX10" fmla="*/ 636589 w 636588"/>
                <a:gd name="connsiteY10" fmla="*/ 400073 h 543099"/>
                <a:gd name="connsiteX11" fmla="*/ 591738 w 636588"/>
                <a:gd name="connsiteY11" fmla="*/ 444925 h 543099"/>
                <a:gd name="connsiteX12" fmla="*/ 256350 w 636588"/>
                <a:gd name="connsiteY12" fmla="*/ 444925 h 543099"/>
                <a:gd name="connsiteX13" fmla="*/ 187179 w 636588"/>
                <a:gd name="connsiteY13" fmla="*/ 491770 h 543099"/>
                <a:gd name="connsiteX14" fmla="*/ 113125 w 636588"/>
                <a:gd name="connsiteY14" fmla="*/ 541903 h 543099"/>
                <a:gd name="connsiteX15" fmla="*/ 109038 w 636588"/>
                <a:gd name="connsiteY15" fmla="*/ 543099 h 543099"/>
                <a:gd name="connsiteX16" fmla="*/ 44752 w 636588"/>
                <a:gd name="connsiteY16" fmla="*/ 14452 h 543099"/>
                <a:gd name="connsiteX17" fmla="*/ 14352 w 636588"/>
                <a:gd name="connsiteY17" fmla="*/ 44851 h 543099"/>
                <a:gd name="connsiteX18" fmla="*/ 14352 w 636588"/>
                <a:gd name="connsiteY18" fmla="*/ 400073 h 543099"/>
                <a:gd name="connsiteX19" fmla="*/ 44752 w 636588"/>
                <a:gd name="connsiteY19" fmla="*/ 430473 h 543099"/>
                <a:gd name="connsiteX20" fmla="*/ 101962 w 636588"/>
                <a:gd name="connsiteY20" fmla="*/ 430473 h 543099"/>
                <a:gd name="connsiteX21" fmla="*/ 109138 w 636588"/>
                <a:gd name="connsiteY21" fmla="*/ 437151 h 543099"/>
                <a:gd name="connsiteX22" fmla="*/ 115218 w 636588"/>
                <a:gd name="connsiteY22" fmla="*/ 522966 h 543099"/>
                <a:gd name="connsiteX23" fmla="*/ 179007 w 636588"/>
                <a:gd name="connsiteY23" fmla="*/ 479809 h 543099"/>
                <a:gd name="connsiteX24" fmla="*/ 249971 w 636588"/>
                <a:gd name="connsiteY24" fmla="*/ 431669 h 543099"/>
                <a:gd name="connsiteX25" fmla="*/ 254058 w 636588"/>
                <a:gd name="connsiteY25" fmla="*/ 430373 h 543099"/>
                <a:gd name="connsiteX26" fmla="*/ 591638 w 636588"/>
                <a:gd name="connsiteY26" fmla="*/ 430373 h 543099"/>
                <a:gd name="connsiteX27" fmla="*/ 622037 w 636588"/>
                <a:gd name="connsiteY27" fmla="*/ 399974 h 543099"/>
                <a:gd name="connsiteX28" fmla="*/ 622037 w 636588"/>
                <a:gd name="connsiteY28" fmla="*/ 44752 h 543099"/>
                <a:gd name="connsiteX29" fmla="*/ 591638 w 636588"/>
                <a:gd name="connsiteY29" fmla="*/ 14352 h 543099"/>
                <a:gd name="connsiteX30" fmla="*/ 44752 w 636588"/>
                <a:gd name="connsiteY30" fmla="*/ 14352 h 543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6588" h="543099">
                  <a:moveTo>
                    <a:pt x="109038" y="543099"/>
                  </a:moveTo>
                  <a:cubicBezTo>
                    <a:pt x="107942" y="543099"/>
                    <a:pt x="106846" y="542900"/>
                    <a:pt x="105849" y="542401"/>
                  </a:cubicBezTo>
                  <a:cubicBezTo>
                    <a:pt x="103557" y="541305"/>
                    <a:pt x="101962" y="539013"/>
                    <a:pt x="101763" y="536421"/>
                  </a:cubicBezTo>
                  <a:lnTo>
                    <a:pt x="95284" y="444925"/>
                  </a:lnTo>
                  <a:lnTo>
                    <a:pt x="44752" y="444925"/>
                  </a:lnTo>
                  <a:cubicBezTo>
                    <a:pt x="20034" y="444925"/>
                    <a:pt x="0" y="424792"/>
                    <a:pt x="0" y="400073"/>
                  </a:cubicBezTo>
                  <a:lnTo>
                    <a:pt x="0" y="44851"/>
                  </a:lnTo>
                  <a:cubicBezTo>
                    <a:pt x="0" y="20133"/>
                    <a:pt x="20034" y="0"/>
                    <a:pt x="44752" y="0"/>
                  </a:cubicBezTo>
                  <a:lnTo>
                    <a:pt x="591738" y="0"/>
                  </a:lnTo>
                  <a:cubicBezTo>
                    <a:pt x="616456" y="0"/>
                    <a:pt x="636589" y="20133"/>
                    <a:pt x="636589" y="44851"/>
                  </a:cubicBezTo>
                  <a:lnTo>
                    <a:pt x="636589" y="400073"/>
                  </a:lnTo>
                  <a:cubicBezTo>
                    <a:pt x="636589" y="424792"/>
                    <a:pt x="616456" y="444925"/>
                    <a:pt x="591738" y="444925"/>
                  </a:cubicBezTo>
                  <a:lnTo>
                    <a:pt x="256350" y="444925"/>
                  </a:lnTo>
                  <a:lnTo>
                    <a:pt x="187179" y="491770"/>
                  </a:lnTo>
                  <a:lnTo>
                    <a:pt x="113125" y="541903"/>
                  </a:lnTo>
                  <a:cubicBezTo>
                    <a:pt x="111829" y="542700"/>
                    <a:pt x="110434" y="543099"/>
                    <a:pt x="109038" y="543099"/>
                  </a:cubicBezTo>
                  <a:close/>
                  <a:moveTo>
                    <a:pt x="44752" y="14452"/>
                  </a:moveTo>
                  <a:cubicBezTo>
                    <a:pt x="28007" y="14452"/>
                    <a:pt x="14352" y="28107"/>
                    <a:pt x="14352" y="44851"/>
                  </a:cubicBezTo>
                  <a:lnTo>
                    <a:pt x="14352" y="400073"/>
                  </a:lnTo>
                  <a:cubicBezTo>
                    <a:pt x="14352" y="416818"/>
                    <a:pt x="28007" y="430473"/>
                    <a:pt x="44752" y="430473"/>
                  </a:cubicBezTo>
                  <a:lnTo>
                    <a:pt x="101962" y="430473"/>
                  </a:lnTo>
                  <a:cubicBezTo>
                    <a:pt x="105749" y="430473"/>
                    <a:pt x="108939" y="433363"/>
                    <a:pt x="109138" y="437151"/>
                  </a:cubicBezTo>
                  <a:lnTo>
                    <a:pt x="115218" y="522966"/>
                  </a:lnTo>
                  <a:lnTo>
                    <a:pt x="179007" y="479809"/>
                  </a:lnTo>
                  <a:lnTo>
                    <a:pt x="249971" y="431669"/>
                  </a:lnTo>
                  <a:cubicBezTo>
                    <a:pt x="251167" y="430871"/>
                    <a:pt x="252562" y="430373"/>
                    <a:pt x="254058" y="430373"/>
                  </a:cubicBezTo>
                  <a:lnTo>
                    <a:pt x="591638" y="430373"/>
                  </a:lnTo>
                  <a:cubicBezTo>
                    <a:pt x="608383" y="430373"/>
                    <a:pt x="622037" y="416718"/>
                    <a:pt x="622037" y="399974"/>
                  </a:cubicBezTo>
                  <a:lnTo>
                    <a:pt x="622037" y="44752"/>
                  </a:lnTo>
                  <a:cubicBezTo>
                    <a:pt x="622037" y="28007"/>
                    <a:pt x="608383" y="14352"/>
                    <a:pt x="591638" y="14352"/>
                  </a:cubicBezTo>
                  <a:lnTo>
                    <a:pt x="44752" y="14352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>
              <p:custDataLst>
                <p:tags r:id="rId22"/>
              </p:custDataLst>
            </p:nvPr>
          </p:nvSpPr>
          <p:spPr>
            <a:xfrm>
              <a:off x="7128376" y="3333616"/>
              <a:ext cx="334889" cy="14352"/>
            </a:xfrm>
            <a:custGeom>
              <a:avLst/>
              <a:gdLst>
                <a:gd name="connsiteX0" fmla="*/ 327713 w 334889"/>
                <a:gd name="connsiteY0" fmla="*/ 14352 h 14352"/>
                <a:gd name="connsiteX1" fmla="*/ 7176 w 334889"/>
                <a:gd name="connsiteY1" fmla="*/ 14352 h 14352"/>
                <a:gd name="connsiteX2" fmla="*/ 0 w 334889"/>
                <a:gd name="connsiteY2" fmla="*/ 7176 h 14352"/>
                <a:gd name="connsiteX3" fmla="*/ 7176 w 334889"/>
                <a:gd name="connsiteY3" fmla="*/ 0 h 14352"/>
                <a:gd name="connsiteX4" fmla="*/ 327713 w 334889"/>
                <a:gd name="connsiteY4" fmla="*/ 0 h 14352"/>
                <a:gd name="connsiteX5" fmla="*/ 334890 w 334889"/>
                <a:gd name="connsiteY5" fmla="*/ 7176 h 14352"/>
                <a:gd name="connsiteX6" fmla="*/ 327713 w 334889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889" h="14352">
                  <a:moveTo>
                    <a:pt x="327713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289" y="0"/>
                    <a:pt x="7176" y="0"/>
                  </a:cubicBezTo>
                  <a:lnTo>
                    <a:pt x="327713" y="0"/>
                  </a:lnTo>
                  <a:cubicBezTo>
                    <a:pt x="331700" y="0"/>
                    <a:pt x="334890" y="3189"/>
                    <a:pt x="334890" y="7176"/>
                  </a:cubicBezTo>
                  <a:cubicBezTo>
                    <a:pt x="334890" y="11163"/>
                    <a:pt x="331700" y="14352"/>
                    <a:pt x="327713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>
              <p:custDataLst>
                <p:tags r:id="rId23"/>
              </p:custDataLst>
            </p:nvPr>
          </p:nvSpPr>
          <p:spPr>
            <a:xfrm>
              <a:off x="7128476" y="3413052"/>
              <a:ext cx="174521" cy="14352"/>
            </a:xfrm>
            <a:custGeom>
              <a:avLst/>
              <a:gdLst>
                <a:gd name="connsiteX0" fmla="*/ 167345 w 174521"/>
                <a:gd name="connsiteY0" fmla="*/ 14352 h 14352"/>
                <a:gd name="connsiteX1" fmla="*/ 7176 w 174521"/>
                <a:gd name="connsiteY1" fmla="*/ 14352 h 14352"/>
                <a:gd name="connsiteX2" fmla="*/ 0 w 174521"/>
                <a:gd name="connsiteY2" fmla="*/ 7176 h 14352"/>
                <a:gd name="connsiteX3" fmla="*/ 7176 w 174521"/>
                <a:gd name="connsiteY3" fmla="*/ 0 h 14352"/>
                <a:gd name="connsiteX4" fmla="*/ 167345 w 174521"/>
                <a:gd name="connsiteY4" fmla="*/ 0 h 14352"/>
                <a:gd name="connsiteX5" fmla="*/ 174521 w 174521"/>
                <a:gd name="connsiteY5" fmla="*/ 7176 h 14352"/>
                <a:gd name="connsiteX6" fmla="*/ 167345 w 174521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521" h="14352">
                  <a:moveTo>
                    <a:pt x="167345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289" y="0"/>
                    <a:pt x="7176" y="0"/>
                  </a:cubicBezTo>
                  <a:lnTo>
                    <a:pt x="167345" y="0"/>
                  </a:lnTo>
                  <a:cubicBezTo>
                    <a:pt x="171332" y="0"/>
                    <a:pt x="174521" y="3289"/>
                    <a:pt x="174521" y="7176"/>
                  </a:cubicBezTo>
                  <a:cubicBezTo>
                    <a:pt x="174521" y="11163"/>
                    <a:pt x="171332" y="14352"/>
                    <a:pt x="167345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>
              <p:custDataLst>
                <p:tags r:id="rId24"/>
              </p:custDataLst>
            </p:nvPr>
          </p:nvSpPr>
          <p:spPr>
            <a:xfrm>
              <a:off x="7128376" y="3492389"/>
              <a:ext cx="243395" cy="14352"/>
            </a:xfrm>
            <a:custGeom>
              <a:avLst/>
              <a:gdLst>
                <a:gd name="connsiteX0" fmla="*/ 236217 w 243395"/>
                <a:gd name="connsiteY0" fmla="*/ 14352 h 14352"/>
                <a:gd name="connsiteX1" fmla="*/ 7176 w 243395"/>
                <a:gd name="connsiteY1" fmla="*/ 14352 h 14352"/>
                <a:gd name="connsiteX2" fmla="*/ 0 w 243395"/>
                <a:gd name="connsiteY2" fmla="*/ 7176 h 14352"/>
                <a:gd name="connsiteX3" fmla="*/ 7176 w 243395"/>
                <a:gd name="connsiteY3" fmla="*/ 0 h 14352"/>
                <a:gd name="connsiteX4" fmla="*/ 236217 w 243395"/>
                <a:gd name="connsiteY4" fmla="*/ 0 h 14352"/>
                <a:gd name="connsiteX5" fmla="*/ 243393 w 243395"/>
                <a:gd name="connsiteY5" fmla="*/ 7176 h 14352"/>
                <a:gd name="connsiteX6" fmla="*/ 236217 w 243395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95" h="14352">
                  <a:moveTo>
                    <a:pt x="236217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289" y="0"/>
                    <a:pt x="7176" y="0"/>
                  </a:cubicBezTo>
                  <a:lnTo>
                    <a:pt x="236217" y="0"/>
                  </a:lnTo>
                  <a:cubicBezTo>
                    <a:pt x="240204" y="0"/>
                    <a:pt x="243393" y="3189"/>
                    <a:pt x="243393" y="7176"/>
                  </a:cubicBezTo>
                  <a:cubicBezTo>
                    <a:pt x="243493" y="11163"/>
                    <a:pt x="240204" y="14352"/>
                    <a:pt x="236217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>
              <p:custDataLst>
                <p:tags r:id="rId25"/>
              </p:custDataLst>
            </p:nvPr>
          </p:nvSpPr>
          <p:spPr>
            <a:xfrm>
              <a:off x="7128376" y="3571826"/>
              <a:ext cx="334889" cy="14352"/>
            </a:xfrm>
            <a:custGeom>
              <a:avLst/>
              <a:gdLst>
                <a:gd name="connsiteX0" fmla="*/ 327713 w 334889"/>
                <a:gd name="connsiteY0" fmla="*/ 14352 h 14352"/>
                <a:gd name="connsiteX1" fmla="*/ 7176 w 334889"/>
                <a:gd name="connsiteY1" fmla="*/ 14352 h 14352"/>
                <a:gd name="connsiteX2" fmla="*/ 0 w 334889"/>
                <a:gd name="connsiteY2" fmla="*/ 7176 h 14352"/>
                <a:gd name="connsiteX3" fmla="*/ 7176 w 334889"/>
                <a:gd name="connsiteY3" fmla="*/ 0 h 14352"/>
                <a:gd name="connsiteX4" fmla="*/ 327713 w 334889"/>
                <a:gd name="connsiteY4" fmla="*/ 0 h 14352"/>
                <a:gd name="connsiteX5" fmla="*/ 334890 w 334889"/>
                <a:gd name="connsiteY5" fmla="*/ 7176 h 14352"/>
                <a:gd name="connsiteX6" fmla="*/ 327713 w 334889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889" h="14352">
                  <a:moveTo>
                    <a:pt x="327713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289" y="0"/>
                    <a:pt x="7176" y="0"/>
                  </a:cubicBezTo>
                  <a:lnTo>
                    <a:pt x="327713" y="0"/>
                  </a:lnTo>
                  <a:cubicBezTo>
                    <a:pt x="331700" y="0"/>
                    <a:pt x="334890" y="3189"/>
                    <a:pt x="334890" y="7176"/>
                  </a:cubicBezTo>
                  <a:cubicBezTo>
                    <a:pt x="334890" y="11163"/>
                    <a:pt x="331700" y="14352"/>
                    <a:pt x="327713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>
              <p:custDataLst>
                <p:tags r:id="rId26"/>
              </p:custDataLst>
            </p:nvPr>
          </p:nvSpPr>
          <p:spPr>
            <a:xfrm>
              <a:off x="7217879" y="3081053"/>
              <a:ext cx="636489" cy="542999"/>
            </a:xfrm>
            <a:custGeom>
              <a:avLst/>
              <a:gdLst>
                <a:gd name="connsiteX0" fmla="*/ 527551 w 636489"/>
                <a:gd name="connsiteY0" fmla="*/ 542999 h 542999"/>
                <a:gd name="connsiteX1" fmla="*/ 523464 w 636489"/>
                <a:gd name="connsiteY1" fmla="*/ 541803 h 542999"/>
                <a:gd name="connsiteX2" fmla="*/ 449310 w 636489"/>
                <a:gd name="connsiteY2" fmla="*/ 491670 h 542999"/>
                <a:gd name="connsiteX3" fmla="*/ 382831 w 636489"/>
                <a:gd name="connsiteY3" fmla="*/ 446619 h 542999"/>
                <a:gd name="connsiteX4" fmla="*/ 379641 w 636489"/>
                <a:gd name="connsiteY4" fmla="*/ 440639 h 542999"/>
                <a:gd name="connsiteX5" fmla="*/ 379641 w 636489"/>
                <a:gd name="connsiteY5" fmla="*/ 197146 h 542999"/>
                <a:gd name="connsiteX6" fmla="*/ 349242 w 636489"/>
                <a:gd name="connsiteY6" fmla="*/ 166747 h 542999"/>
                <a:gd name="connsiteX7" fmla="*/ 7176 w 636489"/>
                <a:gd name="connsiteY7" fmla="*/ 166747 h 542999"/>
                <a:gd name="connsiteX8" fmla="*/ 0 w 636489"/>
                <a:gd name="connsiteY8" fmla="*/ 159571 h 542999"/>
                <a:gd name="connsiteX9" fmla="*/ 0 w 636489"/>
                <a:gd name="connsiteY9" fmla="*/ 44851 h 542999"/>
                <a:gd name="connsiteX10" fmla="*/ 44752 w 636489"/>
                <a:gd name="connsiteY10" fmla="*/ 0 h 542999"/>
                <a:gd name="connsiteX11" fmla="*/ 591738 w 636489"/>
                <a:gd name="connsiteY11" fmla="*/ 0 h 542999"/>
                <a:gd name="connsiteX12" fmla="*/ 636490 w 636489"/>
                <a:gd name="connsiteY12" fmla="*/ 44851 h 542999"/>
                <a:gd name="connsiteX13" fmla="*/ 636490 w 636489"/>
                <a:gd name="connsiteY13" fmla="*/ 400073 h 542999"/>
                <a:gd name="connsiteX14" fmla="*/ 591738 w 636489"/>
                <a:gd name="connsiteY14" fmla="*/ 444925 h 542999"/>
                <a:gd name="connsiteX15" fmla="*/ 541205 w 636489"/>
                <a:gd name="connsiteY15" fmla="*/ 444925 h 542999"/>
                <a:gd name="connsiteX16" fmla="*/ 534727 w 636489"/>
                <a:gd name="connsiteY16" fmla="*/ 536421 h 542999"/>
                <a:gd name="connsiteX17" fmla="*/ 530640 w 636489"/>
                <a:gd name="connsiteY17" fmla="*/ 542401 h 542999"/>
                <a:gd name="connsiteX18" fmla="*/ 527551 w 636489"/>
                <a:gd name="connsiteY18" fmla="*/ 542999 h 542999"/>
                <a:gd name="connsiteX19" fmla="*/ 394193 w 636489"/>
                <a:gd name="connsiteY19" fmla="*/ 436752 h 542999"/>
                <a:gd name="connsiteX20" fmla="*/ 457583 w 636489"/>
                <a:gd name="connsiteY20" fmla="*/ 479709 h 542999"/>
                <a:gd name="connsiteX21" fmla="*/ 521371 w 636489"/>
                <a:gd name="connsiteY21" fmla="*/ 522866 h 542999"/>
                <a:gd name="connsiteX22" fmla="*/ 527451 w 636489"/>
                <a:gd name="connsiteY22" fmla="*/ 437051 h 542999"/>
                <a:gd name="connsiteX23" fmla="*/ 534627 w 636489"/>
                <a:gd name="connsiteY23" fmla="*/ 430373 h 542999"/>
                <a:gd name="connsiteX24" fmla="*/ 591937 w 636489"/>
                <a:gd name="connsiteY24" fmla="*/ 430373 h 542999"/>
                <a:gd name="connsiteX25" fmla="*/ 622336 w 636489"/>
                <a:gd name="connsiteY25" fmla="*/ 399974 h 542999"/>
                <a:gd name="connsiteX26" fmla="*/ 622336 w 636489"/>
                <a:gd name="connsiteY26" fmla="*/ 44752 h 542999"/>
                <a:gd name="connsiteX27" fmla="*/ 591937 w 636489"/>
                <a:gd name="connsiteY27" fmla="*/ 14352 h 542999"/>
                <a:gd name="connsiteX28" fmla="*/ 44951 w 636489"/>
                <a:gd name="connsiteY28" fmla="*/ 14352 h 542999"/>
                <a:gd name="connsiteX29" fmla="*/ 14552 w 636489"/>
                <a:gd name="connsiteY29" fmla="*/ 44752 h 542999"/>
                <a:gd name="connsiteX30" fmla="*/ 14552 w 636489"/>
                <a:gd name="connsiteY30" fmla="*/ 152295 h 542999"/>
                <a:gd name="connsiteX31" fmla="*/ 349441 w 636489"/>
                <a:gd name="connsiteY31" fmla="*/ 152295 h 542999"/>
                <a:gd name="connsiteX32" fmla="*/ 394193 w 636489"/>
                <a:gd name="connsiteY32" fmla="*/ 197146 h 542999"/>
                <a:gd name="connsiteX33" fmla="*/ 394193 w 636489"/>
                <a:gd name="connsiteY33" fmla="*/ 436752 h 542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6489" h="542999">
                  <a:moveTo>
                    <a:pt x="527551" y="542999"/>
                  </a:moveTo>
                  <a:cubicBezTo>
                    <a:pt x="526155" y="542999"/>
                    <a:pt x="524760" y="542601"/>
                    <a:pt x="523464" y="541803"/>
                  </a:cubicBezTo>
                  <a:lnTo>
                    <a:pt x="449310" y="491670"/>
                  </a:lnTo>
                  <a:lnTo>
                    <a:pt x="382831" y="446619"/>
                  </a:lnTo>
                  <a:cubicBezTo>
                    <a:pt x="380837" y="445323"/>
                    <a:pt x="379641" y="443031"/>
                    <a:pt x="379641" y="440639"/>
                  </a:cubicBezTo>
                  <a:lnTo>
                    <a:pt x="379641" y="197146"/>
                  </a:lnTo>
                  <a:cubicBezTo>
                    <a:pt x="379641" y="180402"/>
                    <a:pt x="365986" y="166747"/>
                    <a:pt x="349242" y="166747"/>
                  </a:cubicBezTo>
                  <a:lnTo>
                    <a:pt x="7176" y="166747"/>
                  </a:lnTo>
                  <a:cubicBezTo>
                    <a:pt x="3189" y="166747"/>
                    <a:pt x="0" y="163558"/>
                    <a:pt x="0" y="159571"/>
                  </a:cubicBezTo>
                  <a:lnTo>
                    <a:pt x="0" y="44851"/>
                  </a:lnTo>
                  <a:cubicBezTo>
                    <a:pt x="0" y="20133"/>
                    <a:pt x="20034" y="0"/>
                    <a:pt x="44752" y="0"/>
                  </a:cubicBezTo>
                  <a:lnTo>
                    <a:pt x="591738" y="0"/>
                  </a:lnTo>
                  <a:cubicBezTo>
                    <a:pt x="616456" y="0"/>
                    <a:pt x="636490" y="20133"/>
                    <a:pt x="636490" y="44851"/>
                  </a:cubicBezTo>
                  <a:lnTo>
                    <a:pt x="636490" y="400073"/>
                  </a:lnTo>
                  <a:cubicBezTo>
                    <a:pt x="636490" y="424791"/>
                    <a:pt x="616356" y="444925"/>
                    <a:pt x="591738" y="444925"/>
                  </a:cubicBezTo>
                  <a:lnTo>
                    <a:pt x="541205" y="444925"/>
                  </a:lnTo>
                  <a:lnTo>
                    <a:pt x="534727" y="536421"/>
                  </a:lnTo>
                  <a:cubicBezTo>
                    <a:pt x="534528" y="539013"/>
                    <a:pt x="533033" y="541305"/>
                    <a:pt x="530640" y="542401"/>
                  </a:cubicBezTo>
                  <a:cubicBezTo>
                    <a:pt x="529743" y="542700"/>
                    <a:pt x="528647" y="542999"/>
                    <a:pt x="527551" y="542999"/>
                  </a:cubicBezTo>
                  <a:close/>
                  <a:moveTo>
                    <a:pt x="394193" y="436752"/>
                  </a:moveTo>
                  <a:lnTo>
                    <a:pt x="457583" y="479709"/>
                  </a:lnTo>
                  <a:lnTo>
                    <a:pt x="521371" y="522866"/>
                  </a:lnTo>
                  <a:lnTo>
                    <a:pt x="527451" y="437051"/>
                  </a:lnTo>
                  <a:cubicBezTo>
                    <a:pt x="527750" y="433263"/>
                    <a:pt x="530840" y="430373"/>
                    <a:pt x="534627" y="430373"/>
                  </a:cubicBezTo>
                  <a:lnTo>
                    <a:pt x="591937" y="430373"/>
                  </a:lnTo>
                  <a:cubicBezTo>
                    <a:pt x="608682" y="430373"/>
                    <a:pt x="622336" y="416718"/>
                    <a:pt x="622336" y="399974"/>
                  </a:cubicBezTo>
                  <a:lnTo>
                    <a:pt x="622336" y="44752"/>
                  </a:lnTo>
                  <a:cubicBezTo>
                    <a:pt x="622336" y="28007"/>
                    <a:pt x="608682" y="14352"/>
                    <a:pt x="591937" y="14352"/>
                  </a:cubicBezTo>
                  <a:lnTo>
                    <a:pt x="44951" y="14352"/>
                  </a:lnTo>
                  <a:cubicBezTo>
                    <a:pt x="28207" y="14352"/>
                    <a:pt x="14552" y="28007"/>
                    <a:pt x="14552" y="44752"/>
                  </a:cubicBezTo>
                  <a:lnTo>
                    <a:pt x="14552" y="152295"/>
                  </a:lnTo>
                  <a:lnTo>
                    <a:pt x="349441" y="152295"/>
                  </a:lnTo>
                  <a:cubicBezTo>
                    <a:pt x="374159" y="152295"/>
                    <a:pt x="394193" y="172428"/>
                    <a:pt x="394193" y="197146"/>
                  </a:cubicBezTo>
                  <a:lnTo>
                    <a:pt x="394193" y="436752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8" name="图形 4"/>
          <p:cNvGrpSpPr/>
          <p:nvPr/>
        </p:nvGrpSpPr>
        <p:grpSpPr>
          <a:xfrm>
            <a:off x="4675160" y="3711805"/>
            <a:ext cx="566094" cy="461400"/>
            <a:chOff x="3016213" y="1750665"/>
            <a:chExt cx="878985" cy="716424"/>
          </a:xfrm>
          <a:solidFill>
            <a:schemeClr val="accent1"/>
          </a:solidFill>
        </p:grpSpPr>
        <p:sp>
          <p:nvSpPr>
            <p:cNvPr id="419" name="任意多边形: 形状 418"/>
            <p:cNvSpPr/>
            <p:nvPr>
              <p:custDataLst>
                <p:tags r:id="rId27"/>
              </p:custDataLst>
            </p:nvPr>
          </p:nvSpPr>
          <p:spPr>
            <a:xfrm>
              <a:off x="3262595" y="1989473"/>
              <a:ext cx="386221" cy="477616"/>
            </a:xfrm>
            <a:custGeom>
              <a:avLst/>
              <a:gdLst>
                <a:gd name="connsiteX0" fmla="*/ 379043 w 386221"/>
                <a:gd name="connsiteY0" fmla="*/ 477616 h 477616"/>
                <a:gd name="connsiteX1" fmla="*/ 7176 w 386221"/>
                <a:gd name="connsiteY1" fmla="*/ 477616 h 477616"/>
                <a:gd name="connsiteX2" fmla="*/ 0 w 386221"/>
                <a:gd name="connsiteY2" fmla="*/ 470440 h 477616"/>
                <a:gd name="connsiteX3" fmla="*/ 0 w 386221"/>
                <a:gd name="connsiteY3" fmla="*/ 7176 h 477616"/>
                <a:gd name="connsiteX4" fmla="*/ 7176 w 386221"/>
                <a:gd name="connsiteY4" fmla="*/ 0 h 477616"/>
                <a:gd name="connsiteX5" fmla="*/ 379043 w 386221"/>
                <a:gd name="connsiteY5" fmla="*/ 0 h 477616"/>
                <a:gd name="connsiteX6" fmla="*/ 386219 w 386221"/>
                <a:gd name="connsiteY6" fmla="*/ 7176 h 477616"/>
                <a:gd name="connsiteX7" fmla="*/ 386219 w 386221"/>
                <a:gd name="connsiteY7" fmla="*/ 470440 h 477616"/>
                <a:gd name="connsiteX8" fmla="*/ 379043 w 386221"/>
                <a:gd name="connsiteY8" fmla="*/ 477616 h 477616"/>
                <a:gd name="connsiteX9" fmla="*/ 14352 w 386221"/>
                <a:gd name="connsiteY9" fmla="*/ 463264 h 477616"/>
                <a:gd name="connsiteX10" fmla="*/ 371767 w 386221"/>
                <a:gd name="connsiteY10" fmla="*/ 463264 h 477616"/>
                <a:gd name="connsiteX11" fmla="*/ 371767 w 386221"/>
                <a:gd name="connsiteY11" fmla="*/ 14352 h 477616"/>
                <a:gd name="connsiteX12" fmla="*/ 14352 w 386221"/>
                <a:gd name="connsiteY12" fmla="*/ 14352 h 477616"/>
                <a:gd name="connsiteX13" fmla="*/ 14352 w 386221"/>
                <a:gd name="connsiteY13" fmla="*/ 463264 h 47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6221" h="477616">
                  <a:moveTo>
                    <a:pt x="379043" y="477616"/>
                  </a:moveTo>
                  <a:lnTo>
                    <a:pt x="7176" y="477616"/>
                  </a:lnTo>
                  <a:cubicBezTo>
                    <a:pt x="3189" y="477616"/>
                    <a:pt x="0" y="474427"/>
                    <a:pt x="0" y="470440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379043" y="0"/>
                  </a:lnTo>
                  <a:cubicBezTo>
                    <a:pt x="383030" y="0"/>
                    <a:pt x="386219" y="3189"/>
                    <a:pt x="386219" y="7176"/>
                  </a:cubicBezTo>
                  <a:lnTo>
                    <a:pt x="386219" y="470440"/>
                  </a:lnTo>
                  <a:cubicBezTo>
                    <a:pt x="386319" y="474427"/>
                    <a:pt x="383030" y="477616"/>
                    <a:pt x="379043" y="477616"/>
                  </a:cubicBezTo>
                  <a:close/>
                  <a:moveTo>
                    <a:pt x="14352" y="463264"/>
                  </a:moveTo>
                  <a:lnTo>
                    <a:pt x="371767" y="463264"/>
                  </a:lnTo>
                  <a:lnTo>
                    <a:pt x="371767" y="14352"/>
                  </a:lnTo>
                  <a:lnTo>
                    <a:pt x="14352" y="14352"/>
                  </a:lnTo>
                  <a:lnTo>
                    <a:pt x="14352" y="463264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>
              <p:custDataLst>
                <p:tags r:id="rId28"/>
              </p:custDataLst>
            </p:nvPr>
          </p:nvSpPr>
          <p:spPr>
            <a:xfrm>
              <a:off x="3323793" y="1888907"/>
              <a:ext cx="263825" cy="114918"/>
            </a:xfrm>
            <a:custGeom>
              <a:avLst/>
              <a:gdLst>
                <a:gd name="connsiteX0" fmla="*/ 256649 w 263825"/>
                <a:gd name="connsiteY0" fmla="*/ 114919 h 114918"/>
                <a:gd name="connsiteX1" fmla="*/ 7176 w 263825"/>
                <a:gd name="connsiteY1" fmla="*/ 114919 h 114918"/>
                <a:gd name="connsiteX2" fmla="*/ 0 w 263825"/>
                <a:gd name="connsiteY2" fmla="*/ 107743 h 114918"/>
                <a:gd name="connsiteX3" fmla="*/ 0 w 263825"/>
                <a:gd name="connsiteY3" fmla="*/ 7176 h 114918"/>
                <a:gd name="connsiteX4" fmla="*/ 7176 w 263825"/>
                <a:gd name="connsiteY4" fmla="*/ 0 h 114918"/>
                <a:gd name="connsiteX5" fmla="*/ 256649 w 263825"/>
                <a:gd name="connsiteY5" fmla="*/ 0 h 114918"/>
                <a:gd name="connsiteX6" fmla="*/ 263825 w 263825"/>
                <a:gd name="connsiteY6" fmla="*/ 7176 h 114918"/>
                <a:gd name="connsiteX7" fmla="*/ 263825 w 263825"/>
                <a:gd name="connsiteY7" fmla="*/ 107643 h 114918"/>
                <a:gd name="connsiteX8" fmla="*/ 256649 w 263825"/>
                <a:gd name="connsiteY8" fmla="*/ 114919 h 114918"/>
                <a:gd name="connsiteX9" fmla="*/ 14352 w 263825"/>
                <a:gd name="connsiteY9" fmla="*/ 100467 h 114918"/>
                <a:gd name="connsiteX10" fmla="*/ 249373 w 263825"/>
                <a:gd name="connsiteY10" fmla="*/ 100467 h 114918"/>
                <a:gd name="connsiteX11" fmla="*/ 249373 w 263825"/>
                <a:gd name="connsiteY11" fmla="*/ 14352 h 114918"/>
                <a:gd name="connsiteX12" fmla="*/ 14352 w 263825"/>
                <a:gd name="connsiteY12" fmla="*/ 14352 h 114918"/>
                <a:gd name="connsiteX13" fmla="*/ 14352 w 263825"/>
                <a:gd name="connsiteY13" fmla="*/ 100467 h 11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825" h="114918">
                  <a:moveTo>
                    <a:pt x="256649" y="114919"/>
                  </a:moveTo>
                  <a:lnTo>
                    <a:pt x="7176" y="114919"/>
                  </a:lnTo>
                  <a:cubicBezTo>
                    <a:pt x="3189" y="114919"/>
                    <a:pt x="0" y="111730"/>
                    <a:pt x="0" y="107743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256649" y="0"/>
                  </a:lnTo>
                  <a:cubicBezTo>
                    <a:pt x="260636" y="0"/>
                    <a:pt x="263825" y="3189"/>
                    <a:pt x="263825" y="7176"/>
                  </a:cubicBezTo>
                  <a:lnTo>
                    <a:pt x="263825" y="107643"/>
                  </a:lnTo>
                  <a:cubicBezTo>
                    <a:pt x="263825" y="111630"/>
                    <a:pt x="260636" y="114919"/>
                    <a:pt x="256649" y="114919"/>
                  </a:cubicBezTo>
                  <a:close/>
                  <a:moveTo>
                    <a:pt x="14352" y="100467"/>
                  </a:moveTo>
                  <a:lnTo>
                    <a:pt x="249373" y="100467"/>
                  </a:lnTo>
                  <a:lnTo>
                    <a:pt x="249373" y="14352"/>
                  </a:lnTo>
                  <a:lnTo>
                    <a:pt x="14352" y="14352"/>
                  </a:lnTo>
                  <a:lnTo>
                    <a:pt x="14352" y="100467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>
              <p:custDataLst>
                <p:tags r:id="rId29"/>
              </p:custDataLst>
            </p:nvPr>
          </p:nvSpPr>
          <p:spPr>
            <a:xfrm>
              <a:off x="3448579" y="1750665"/>
              <a:ext cx="14352" cy="152593"/>
            </a:xfrm>
            <a:custGeom>
              <a:avLst/>
              <a:gdLst>
                <a:gd name="connsiteX0" fmla="*/ 7176 w 14352"/>
                <a:gd name="connsiteY0" fmla="*/ 152594 h 152593"/>
                <a:gd name="connsiteX1" fmla="*/ 0 w 14352"/>
                <a:gd name="connsiteY1" fmla="*/ 145418 h 152593"/>
                <a:gd name="connsiteX2" fmla="*/ 0 w 14352"/>
                <a:gd name="connsiteY2" fmla="*/ 7176 h 152593"/>
                <a:gd name="connsiteX3" fmla="*/ 7176 w 14352"/>
                <a:gd name="connsiteY3" fmla="*/ 0 h 152593"/>
                <a:gd name="connsiteX4" fmla="*/ 14352 w 14352"/>
                <a:gd name="connsiteY4" fmla="*/ 7176 h 152593"/>
                <a:gd name="connsiteX5" fmla="*/ 14352 w 14352"/>
                <a:gd name="connsiteY5" fmla="*/ 145418 h 152593"/>
                <a:gd name="connsiteX6" fmla="*/ 7176 w 14352"/>
                <a:gd name="connsiteY6" fmla="*/ 152594 h 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2" h="152593">
                  <a:moveTo>
                    <a:pt x="7176" y="152594"/>
                  </a:moveTo>
                  <a:cubicBezTo>
                    <a:pt x="3189" y="152594"/>
                    <a:pt x="0" y="149405"/>
                    <a:pt x="0" y="145418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145418"/>
                  </a:lnTo>
                  <a:cubicBezTo>
                    <a:pt x="14352" y="149405"/>
                    <a:pt x="11163" y="152594"/>
                    <a:pt x="7176" y="152594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>
              <p:custDataLst>
                <p:tags r:id="rId30"/>
              </p:custDataLst>
            </p:nvPr>
          </p:nvSpPr>
          <p:spPr>
            <a:xfrm>
              <a:off x="3361468" y="2257983"/>
              <a:ext cx="188477" cy="209106"/>
            </a:xfrm>
            <a:custGeom>
              <a:avLst/>
              <a:gdLst>
                <a:gd name="connsiteX0" fmla="*/ 181299 w 188477"/>
                <a:gd name="connsiteY0" fmla="*/ 209107 h 209106"/>
                <a:gd name="connsiteX1" fmla="*/ 7176 w 188477"/>
                <a:gd name="connsiteY1" fmla="*/ 209107 h 209106"/>
                <a:gd name="connsiteX2" fmla="*/ 0 w 188477"/>
                <a:gd name="connsiteY2" fmla="*/ 201930 h 209106"/>
                <a:gd name="connsiteX3" fmla="*/ 0 w 188477"/>
                <a:gd name="connsiteY3" fmla="*/ 7176 h 209106"/>
                <a:gd name="connsiteX4" fmla="*/ 7176 w 188477"/>
                <a:gd name="connsiteY4" fmla="*/ 0 h 209106"/>
                <a:gd name="connsiteX5" fmla="*/ 181299 w 188477"/>
                <a:gd name="connsiteY5" fmla="*/ 0 h 209106"/>
                <a:gd name="connsiteX6" fmla="*/ 188475 w 188477"/>
                <a:gd name="connsiteY6" fmla="*/ 7176 h 209106"/>
                <a:gd name="connsiteX7" fmla="*/ 188475 w 188477"/>
                <a:gd name="connsiteY7" fmla="*/ 201930 h 209106"/>
                <a:gd name="connsiteX8" fmla="*/ 181299 w 188477"/>
                <a:gd name="connsiteY8" fmla="*/ 209107 h 209106"/>
                <a:gd name="connsiteX9" fmla="*/ 14352 w 188477"/>
                <a:gd name="connsiteY9" fmla="*/ 194754 h 209106"/>
                <a:gd name="connsiteX10" fmla="*/ 174123 w 188477"/>
                <a:gd name="connsiteY10" fmla="*/ 194754 h 209106"/>
                <a:gd name="connsiteX11" fmla="*/ 174123 w 188477"/>
                <a:gd name="connsiteY11" fmla="*/ 14352 h 209106"/>
                <a:gd name="connsiteX12" fmla="*/ 14352 w 188477"/>
                <a:gd name="connsiteY12" fmla="*/ 14352 h 209106"/>
                <a:gd name="connsiteX13" fmla="*/ 14352 w 188477"/>
                <a:gd name="connsiteY13" fmla="*/ 194754 h 20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477" h="209106">
                  <a:moveTo>
                    <a:pt x="181299" y="209107"/>
                  </a:moveTo>
                  <a:lnTo>
                    <a:pt x="7176" y="209107"/>
                  </a:lnTo>
                  <a:cubicBezTo>
                    <a:pt x="3189" y="209107"/>
                    <a:pt x="0" y="205917"/>
                    <a:pt x="0" y="201930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181299" y="0"/>
                  </a:lnTo>
                  <a:cubicBezTo>
                    <a:pt x="185286" y="0"/>
                    <a:pt x="188475" y="3189"/>
                    <a:pt x="188475" y="7176"/>
                  </a:cubicBezTo>
                  <a:lnTo>
                    <a:pt x="188475" y="201930"/>
                  </a:lnTo>
                  <a:cubicBezTo>
                    <a:pt x="188575" y="205917"/>
                    <a:pt x="185286" y="209107"/>
                    <a:pt x="181299" y="209107"/>
                  </a:cubicBezTo>
                  <a:close/>
                  <a:moveTo>
                    <a:pt x="14352" y="194754"/>
                  </a:moveTo>
                  <a:lnTo>
                    <a:pt x="174123" y="194754"/>
                  </a:lnTo>
                  <a:lnTo>
                    <a:pt x="174123" y="14352"/>
                  </a:lnTo>
                  <a:lnTo>
                    <a:pt x="14352" y="14352"/>
                  </a:lnTo>
                  <a:lnTo>
                    <a:pt x="14352" y="194754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422"/>
            <p:cNvSpPr/>
            <p:nvPr>
              <p:custDataLst>
                <p:tags r:id="rId31"/>
              </p:custDataLst>
            </p:nvPr>
          </p:nvSpPr>
          <p:spPr>
            <a:xfrm>
              <a:off x="3354391" y="2060039"/>
              <a:ext cx="202630" cy="14352"/>
            </a:xfrm>
            <a:custGeom>
              <a:avLst/>
              <a:gdLst>
                <a:gd name="connsiteX0" fmla="*/ 195452 w 202630"/>
                <a:gd name="connsiteY0" fmla="*/ 14352 h 14352"/>
                <a:gd name="connsiteX1" fmla="*/ 7176 w 202630"/>
                <a:gd name="connsiteY1" fmla="*/ 14352 h 14352"/>
                <a:gd name="connsiteX2" fmla="*/ 0 w 202630"/>
                <a:gd name="connsiteY2" fmla="*/ 7176 h 14352"/>
                <a:gd name="connsiteX3" fmla="*/ 7176 w 202630"/>
                <a:gd name="connsiteY3" fmla="*/ 0 h 14352"/>
                <a:gd name="connsiteX4" fmla="*/ 195452 w 202630"/>
                <a:gd name="connsiteY4" fmla="*/ 0 h 14352"/>
                <a:gd name="connsiteX5" fmla="*/ 202628 w 202630"/>
                <a:gd name="connsiteY5" fmla="*/ 7176 h 14352"/>
                <a:gd name="connsiteX6" fmla="*/ 195452 w 202630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630" h="14352">
                  <a:moveTo>
                    <a:pt x="195452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195452" y="0"/>
                  </a:lnTo>
                  <a:cubicBezTo>
                    <a:pt x="199439" y="0"/>
                    <a:pt x="202628" y="3189"/>
                    <a:pt x="202628" y="7176"/>
                  </a:cubicBezTo>
                  <a:cubicBezTo>
                    <a:pt x="202728" y="11163"/>
                    <a:pt x="199439" y="14352"/>
                    <a:pt x="195452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423"/>
            <p:cNvSpPr/>
            <p:nvPr>
              <p:custDataLst>
                <p:tags r:id="rId32"/>
              </p:custDataLst>
            </p:nvPr>
          </p:nvSpPr>
          <p:spPr>
            <a:xfrm>
              <a:off x="3354391" y="2124525"/>
              <a:ext cx="202630" cy="14352"/>
            </a:xfrm>
            <a:custGeom>
              <a:avLst/>
              <a:gdLst>
                <a:gd name="connsiteX0" fmla="*/ 195452 w 202630"/>
                <a:gd name="connsiteY0" fmla="*/ 14352 h 14352"/>
                <a:gd name="connsiteX1" fmla="*/ 7176 w 202630"/>
                <a:gd name="connsiteY1" fmla="*/ 14352 h 14352"/>
                <a:gd name="connsiteX2" fmla="*/ 0 w 202630"/>
                <a:gd name="connsiteY2" fmla="*/ 7176 h 14352"/>
                <a:gd name="connsiteX3" fmla="*/ 7176 w 202630"/>
                <a:gd name="connsiteY3" fmla="*/ 0 h 14352"/>
                <a:gd name="connsiteX4" fmla="*/ 195452 w 202630"/>
                <a:gd name="connsiteY4" fmla="*/ 0 h 14352"/>
                <a:gd name="connsiteX5" fmla="*/ 202628 w 202630"/>
                <a:gd name="connsiteY5" fmla="*/ 7176 h 14352"/>
                <a:gd name="connsiteX6" fmla="*/ 195452 w 202630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630" h="14352">
                  <a:moveTo>
                    <a:pt x="195452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195452" y="0"/>
                  </a:lnTo>
                  <a:cubicBezTo>
                    <a:pt x="199439" y="0"/>
                    <a:pt x="202628" y="3189"/>
                    <a:pt x="202628" y="7176"/>
                  </a:cubicBezTo>
                  <a:cubicBezTo>
                    <a:pt x="202728" y="11163"/>
                    <a:pt x="199439" y="14352"/>
                    <a:pt x="195452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424"/>
            <p:cNvSpPr/>
            <p:nvPr>
              <p:custDataLst>
                <p:tags r:id="rId33"/>
              </p:custDataLst>
            </p:nvPr>
          </p:nvSpPr>
          <p:spPr>
            <a:xfrm>
              <a:off x="3354391" y="2188912"/>
              <a:ext cx="202630" cy="14352"/>
            </a:xfrm>
            <a:custGeom>
              <a:avLst/>
              <a:gdLst>
                <a:gd name="connsiteX0" fmla="*/ 195452 w 202630"/>
                <a:gd name="connsiteY0" fmla="*/ 14352 h 14352"/>
                <a:gd name="connsiteX1" fmla="*/ 7176 w 202630"/>
                <a:gd name="connsiteY1" fmla="*/ 14352 h 14352"/>
                <a:gd name="connsiteX2" fmla="*/ 0 w 202630"/>
                <a:gd name="connsiteY2" fmla="*/ 7176 h 14352"/>
                <a:gd name="connsiteX3" fmla="*/ 7176 w 202630"/>
                <a:gd name="connsiteY3" fmla="*/ 0 h 14352"/>
                <a:gd name="connsiteX4" fmla="*/ 195452 w 202630"/>
                <a:gd name="connsiteY4" fmla="*/ 0 h 14352"/>
                <a:gd name="connsiteX5" fmla="*/ 202628 w 202630"/>
                <a:gd name="connsiteY5" fmla="*/ 7176 h 14352"/>
                <a:gd name="connsiteX6" fmla="*/ 195452 w 202630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630" h="14352">
                  <a:moveTo>
                    <a:pt x="195452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195452" y="0"/>
                  </a:lnTo>
                  <a:cubicBezTo>
                    <a:pt x="199439" y="0"/>
                    <a:pt x="202628" y="3189"/>
                    <a:pt x="202628" y="7176"/>
                  </a:cubicBezTo>
                  <a:cubicBezTo>
                    <a:pt x="202728" y="11063"/>
                    <a:pt x="199439" y="14352"/>
                    <a:pt x="195452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425"/>
            <p:cNvSpPr/>
            <p:nvPr>
              <p:custDataLst>
                <p:tags r:id="rId34"/>
              </p:custDataLst>
            </p:nvPr>
          </p:nvSpPr>
          <p:spPr>
            <a:xfrm>
              <a:off x="3634462" y="2163695"/>
              <a:ext cx="260735" cy="303393"/>
            </a:xfrm>
            <a:custGeom>
              <a:avLst/>
              <a:gdLst>
                <a:gd name="connsiteX0" fmla="*/ 253559 w 260735"/>
                <a:gd name="connsiteY0" fmla="*/ 303394 h 303393"/>
                <a:gd name="connsiteX1" fmla="*/ 7176 w 260735"/>
                <a:gd name="connsiteY1" fmla="*/ 303394 h 303393"/>
                <a:gd name="connsiteX2" fmla="*/ 0 w 260735"/>
                <a:gd name="connsiteY2" fmla="*/ 296218 h 303393"/>
                <a:gd name="connsiteX3" fmla="*/ 0 w 260735"/>
                <a:gd name="connsiteY3" fmla="*/ 7176 h 303393"/>
                <a:gd name="connsiteX4" fmla="*/ 7176 w 260735"/>
                <a:gd name="connsiteY4" fmla="*/ 0 h 303393"/>
                <a:gd name="connsiteX5" fmla="*/ 253559 w 260735"/>
                <a:gd name="connsiteY5" fmla="*/ 0 h 303393"/>
                <a:gd name="connsiteX6" fmla="*/ 260735 w 260735"/>
                <a:gd name="connsiteY6" fmla="*/ 7176 h 303393"/>
                <a:gd name="connsiteX7" fmla="*/ 260735 w 260735"/>
                <a:gd name="connsiteY7" fmla="*/ 296218 h 303393"/>
                <a:gd name="connsiteX8" fmla="*/ 253559 w 260735"/>
                <a:gd name="connsiteY8" fmla="*/ 303394 h 303393"/>
                <a:gd name="connsiteX9" fmla="*/ 14452 w 260735"/>
                <a:gd name="connsiteY9" fmla="*/ 289042 h 303393"/>
                <a:gd name="connsiteX10" fmla="*/ 246383 w 260735"/>
                <a:gd name="connsiteY10" fmla="*/ 289042 h 303393"/>
                <a:gd name="connsiteX11" fmla="*/ 246383 w 260735"/>
                <a:gd name="connsiteY11" fmla="*/ 14452 h 303393"/>
                <a:gd name="connsiteX12" fmla="*/ 14452 w 260735"/>
                <a:gd name="connsiteY12" fmla="*/ 14452 h 303393"/>
                <a:gd name="connsiteX13" fmla="*/ 14452 w 260735"/>
                <a:gd name="connsiteY13" fmla="*/ 289042 h 30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735" h="303393">
                  <a:moveTo>
                    <a:pt x="253559" y="303394"/>
                  </a:moveTo>
                  <a:lnTo>
                    <a:pt x="7176" y="303394"/>
                  </a:lnTo>
                  <a:cubicBezTo>
                    <a:pt x="3189" y="303394"/>
                    <a:pt x="0" y="300204"/>
                    <a:pt x="0" y="296218"/>
                  </a:cubicBezTo>
                  <a:lnTo>
                    <a:pt x="0" y="7176"/>
                  </a:lnTo>
                  <a:cubicBezTo>
                    <a:pt x="0" y="3189"/>
                    <a:pt x="3289" y="0"/>
                    <a:pt x="7176" y="0"/>
                  </a:cubicBezTo>
                  <a:lnTo>
                    <a:pt x="253559" y="0"/>
                  </a:lnTo>
                  <a:cubicBezTo>
                    <a:pt x="257546" y="0"/>
                    <a:pt x="260735" y="3189"/>
                    <a:pt x="260735" y="7176"/>
                  </a:cubicBezTo>
                  <a:lnTo>
                    <a:pt x="260735" y="296218"/>
                  </a:lnTo>
                  <a:cubicBezTo>
                    <a:pt x="260735" y="300204"/>
                    <a:pt x="257546" y="303394"/>
                    <a:pt x="253559" y="303394"/>
                  </a:cubicBezTo>
                  <a:close/>
                  <a:moveTo>
                    <a:pt x="14452" y="289042"/>
                  </a:moveTo>
                  <a:lnTo>
                    <a:pt x="246383" y="289042"/>
                  </a:lnTo>
                  <a:lnTo>
                    <a:pt x="246383" y="14452"/>
                  </a:lnTo>
                  <a:lnTo>
                    <a:pt x="14452" y="14452"/>
                  </a:lnTo>
                  <a:lnTo>
                    <a:pt x="14452" y="289042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426"/>
            <p:cNvSpPr/>
            <p:nvPr>
              <p:custDataLst>
                <p:tags r:id="rId35"/>
              </p:custDataLst>
            </p:nvPr>
          </p:nvSpPr>
          <p:spPr>
            <a:xfrm>
              <a:off x="3681207" y="2217019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519 h 68971"/>
                <a:gd name="connsiteX10" fmla="*/ 47841 w 62195"/>
                <a:gd name="connsiteY10" fmla="*/ 545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5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2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519"/>
                  </a:moveTo>
                  <a:lnTo>
                    <a:pt x="47841" y="545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5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427"/>
            <p:cNvSpPr/>
            <p:nvPr>
              <p:custDataLst>
                <p:tags r:id="rId36"/>
              </p:custDataLst>
            </p:nvPr>
          </p:nvSpPr>
          <p:spPr>
            <a:xfrm>
              <a:off x="3786159" y="2217019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519 h 68971"/>
                <a:gd name="connsiteX10" fmla="*/ 47841 w 62195"/>
                <a:gd name="connsiteY10" fmla="*/ 545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5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519"/>
                  </a:moveTo>
                  <a:lnTo>
                    <a:pt x="47841" y="545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5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428"/>
            <p:cNvSpPr/>
            <p:nvPr>
              <p:custDataLst>
                <p:tags r:id="rId37"/>
              </p:custDataLst>
            </p:nvPr>
          </p:nvSpPr>
          <p:spPr>
            <a:xfrm>
              <a:off x="3681207" y="2330841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619 h 68971"/>
                <a:gd name="connsiteX10" fmla="*/ 47841 w 62195"/>
                <a:gd name="connsiteY10" fmla="*/ 546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6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2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619"/>
                  </a:moveTo>
                  <a:lnTo>
                    <a:pt x="47841" y="546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6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429"/>
            <p:cNvSpPr/>
            <p:nvPr>
              <p:custDataLst>
                <p:tags r:id="rId38"/>
              </p:custDataLst>
            </p:nvPr>
          </p:nvSpPr>
          <p:spPr>
            <a:xfrm>
              <a:off x="3786159" y="2330841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619 h 68971"/>
                <a:gd name="connsiteX10" fmla="*/ 47841 w 62195"/>
                <a:gd name="connsiteY10" fmla="*/ 546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6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619"/>
                  </a:moveTo>
                  <a:lnTo>
                    <a:pt x="47841" y="546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6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430"/>
            <p:cNvSpPr/>
            <p:nvPr>
              <p:custDataLst>
                <p:tags r:id="rId39"/>
              </p:custDataLst>
            </p:nvPr>
          </p:nvSpPr>
          <p:spPr>
            <a:xfrm>
              <a:off x="3016213" y="2163695"/>
              <a:ext cx="260735" cy="303393"/>
            </a:xfrm>
            <a:custGeom>
              <a:avLst/>
              <a:gdLst>
                <a:gd name="connsiteX0" fmla="*/ 253559 w 260735"/>
                <a:gd name="connsiteY0" fmla="*/ 303394 h 303393"/>
                <a:gd name="connsiteX1" fmla="*/ 7176 w 260735"/>
                <a:gd name="connsiteY1" fmla="*/ 303394 h 303393"/>
                <a:gd name="connsiteX2" fmla="*/ 0 w 260735"/>
                <a:gd name="connsiteY2" fmla="*/ 296218 h 303393"/>
                <a:gd name="connsiteX3" fmla="*/ 0 w 260735"/>
                <a:gd name="connsiteY3" fmla="*/ 7176 h 303393"/>
                <a:gd name="connsiteX4" fmla="*/ 7176 w 260735"/>
                <a:gd name="connsiteY4" fmla="*/ 0 h 303393"/>
                <a:gd name="connsiteX5" fmla="*/ 253559 w 260735"/>
                <a:gd name="connsiteY5" fmla="*/ 0 h 303393"/>
                <a:gd name="connsiteX6" fmla="*/ 260735 w 260735"/>
                <a:gd name="connsiteY6" fmla="*/ 7176 h 303393"/>
                <a:gd name="connsiteX7" fmla="*/ 260735 w 260735"/>
                <a:gd name="connsiteY7" fmla="*/ 296218 h 303393"/>
                <a:gd name="connsiteX8" fmla="*/ 253559 w 260735"/>
                <a:gd name="connsiteY8" fmla="*/ 303394 h 303393"/>
                <a:gd name="connsiteX9" fmla="*/ 14452 w 260735"/>
                <a:gd name="connsiteY9" fmla="*/ 289042 h 303393"/>
                <a:gd name="connsiteX10" fmla="*/ 246383 w 260735"/>
                <a:gd name="connsiteY10" fmla="*/ 289042 h 303393"/>
                <a:gd name="connsiteX11" fmla="*/ 246383 w 260735"/>
                <a:gd name="connsiteY11" fmla="*/ 14452 h 303393"/>
                <a:gd name="connsiteX12" fmla="*/ 14452 w 260735"/>
                <a:gd name="connsiteY12" fmla="*/ 14452 h 303393"/>
                <a:gd name="connsiteX13" fmla="*/ 14452 w 260735"/>
                <a:gd name="connsiteY13" fmla="*/ 289042 h 30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735" h="303393">
                  <a:moveTo>
                    <a:pt x="253559" y="303394"/>
                  </a:moveTo>
                  <a:lnTo>
                    <a:pt x="7176" y="303394"/>
                  </a:lnTo>
                  <a:cubicBezTo>
                    <a:pt x="3189" y="303394"/>
                    <a:pt x="0" y="300204"/>
                    <a:pt x="0" y="296218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253559" y="0"/>
                  </a:lnTo>
                  <a:cubicBezTo>
                    <a:pt x="257546" y="0"/>
                    <a:pt x="260735" y="3189"/>
                    <a:pt x="260735" y="7176"/>
                  </a:cubicBezTo>
                  <a:lnTo>
                    <a:pt x="260735" y="296218"/>
                  </a:lnTo>
                  <a:cubicBezTo>
                    <a:pt x="260735" y="300204"/>
                    <a:pt x="257546" y="303394"/>
                    <a:pt x="253559" y="303394"/>
                  </a:cubicBezTo>
                  <a:close/>
                  <a:moveTo>
                    <a:pt x="14452" y="289042"/>
                  </a:moveTo>
                  <a:lnTo>
                    <a:pt x="246383" y="289042"/>
                  </a:lnTo>
                  <a:lnTo>
                    <a:pt x="246383" y="14452"/>
                  </a:lnTo>
                  <a:lnTo>
                    <a:pt x="14452" y="14452"/>
                  </a:lnTo>
                  <a:lnTo>
                    <a:pt x="14452" y="289042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431"/>
            <p:cNvSpPr/>
            <p:nvPr>
              <p:custDataLst>
                <p:tags r:id="rId40"/>
              </p:custDataLst>
            </p:nvPr>
          </p:nvSpPr>
          <p:spPr>
            <a:xfrm>
              <a:off x="3062957" y="2217019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519 h 68971"/>
                <a:gd name="connsiteX10" fmla="*/ 47841 w 62195"/>
                <a:gd name="connsiteY10" fmla="*/ 545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5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519"/>
                  </a:moveTo>
                  <a:lnTo>
                    <a:pt x="47841" y="545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5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432"/>
            <p:cNvSpPr/>
            <p:nvPr>
              <p:custDataLst>
                <p:tags r:id="rId41"/>
              </p:custDataLst>
            </p:nvPr>
          </p:nvSpPr>
          <p:spPr>
            <a:xfrm>
              <a:off x="3168009" y="2217019"/>
              <a:ext cx="62193" cy="68971"/>
            </a:xfrm>
            <a:custGeom>
              <a:avLst/>
              <a:gdLst>
                <a:gd name="connsiteX0" fmla="*/ 55018 w 62193"/>
                <a:gd name="connsiteY0" fmla="*/ 68971 h 68971"/>
                <a:gd name="connsiteX1" fmla="*/ 7176 w 62193"/>
                <a:gd name="connsiteY1" fmla="*/ 68971 h 68971"/>
                <a:gd name="connsiteX2" fmla="*/ 0 w 62193"/>
                <a:gd name="connsiteY2" fmla="*/ 61795 h 68971"/>
                <a:gd name="connsiteX3" fmla="*/ 0 w 62193"/>
                <a:gd name="connsiteY3" fmla="*/ 7176 h 68971"/>
                <a:gd name="connsiteX4" fmla="*/ 7176 w 62193"/>
                <a:gd name="connsiteY4" fmla="*/ 0 h 68971"/>
                <a:gd name="connsiteX5" fmla="*/ 55018 w 62193"/>
                <a:gd name="connsiteY5" fmla="*/ 0 h 68971"/>
                <a:gd name="connsiteX6" fmla="*/ 62194 w 62193"/>
                <a:gd name="connsiteY6" fmla="*/ 7176 h 68971"/>
                <a:gd name="connsiteX7" fmla="*/ 62194 w 62193"/>
                <a:gd name="connsiteY7" fmla="*/ 61795 h 68971"/>
                <a:gd name="connsiteX8" fmla="*/ 55018 w 62193"/>
                <a:gd name="connsiteY8" fmla="*/ 68971 h 68971"/>
                <a:gd name="connsiteX9" fmla="*/ 14352 w 62193"/>
                <a:gd name="connsiteY9" fmla="*/ 54519 h 68971"/>
                <a:gd name="connsiteX10" fmla="*/ 47742 w 62193"/>
                <a:gd name="connsiteY10" fmla="*/ 54519 h 68971"/>
                <a:gd name="connsiteX11" fmla="*/ 47742 w 62193"/>
                <a:gd name="connsiteY11" fmla="*/ 14352 h 68971"/>
                <a:gd name="connsiteX12" fmla="*/ 14352 w 62193"/>
                <a:gd name="connsiteY12" fmla="*/ 14352 h 68971"/>
                <a:gd name="connsiteX13" fmla="*/ 14352 w 62193"/>
                <a:gd name="connsiteY13" fmla="*/ 545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3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194" y="65782"/>
                    <a:pt x="59004" y="68971"/>
                    <a:pt x="55018" y="68971"/>
                  </a:cubicBezTo>
                  <a:close/>
                  <a:moveTo>
                    <a:pt x="14352" y="54519"/>
                  </a:moveTo>
                  <a:lnTo>
                    <a:pt x="47742" y="54519"/>
                  </a:lnTo>
                  <a:lnTo>
                    <a:pt x="47742" y="14352"/>
                  </a:lnTo>
                  <a:lnTo>
                    <a:pt x="14352" y="14352"/>
                  </a:lnTo>
                  <a:lnTo>
                    <a:pt x="14352" y="545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433"/>
            <p:cNvSpPr/>
            <p:nvPr>
              <p:custDataLst>
                <p:tags r:id="rId42"/>
              </p:custDataLst>
            </p:nvPr>
          </p:nvSpPr>
          <p:spPr>
            <a:xfrm>
              <a:off x="3062957" y="2330841"/>
              <a:ext cx="62195" cy="68971"/>
            </a:xfrm>
            <a:custGeom>
              <a:avLst/>
              <a:gdLst>
                <a:gd name="connsiteX0" fmla="*/ 55018 w 62195"/>
                <a:gd name="connsiteY0" fmla="*/ 68971 h 68971"/>
                <a:gd name="connsiteX1" fmla="*/ 7176 w 62195"/>
                <a:gd name="connsiteY1" fmla="*/ 68971 h 68971"/>
                <a:gd name="connsiteX2" fmla="*/ 0 w 62195"/>
                <a:gd name="connsiteY2" fmla="*/ 61795 h 68971"/>
                <a:gd name="connsiteX3" fmla="*/ 0 w 62195"/>
                <a:gd name="connsiteY3" fmla="*/ 7176 h 68971"/>
                <a:gd name="connsiteX4" fmla="*/ 7176 w 62195"/>
                <a:gd name="connsiteY4" fmla="*/ 0 h 68971"/>
                <a:gd name="connsiteX5" fmla="*/ 55018 w 62195"/>
                <a:gd name="connsiteY5" fmla="*/ 0 h 68971"/>
                <a:gd name="connsiteX6" fmla="*/ 62194 w 62195"/>
                <a:gd name="connsiteY6" fmla="*/ 7176 h 68971"/>
                <a:gd name="connsiteX7" fmla="*/ 62194 w 62195"/>
                <a:gd name="connsiteY7" fmla="*/ 61795 h 68971"/>
                <a:gd name="connsiteX8" fmla="*/ 55018 w 62195"/>
                <a:gd name="connsiteY8" fmla="*/ 68971 h 68971"/>
                <a:gd name="connsiteX9" fmla="*/ 14452 w 62195"/>
                <a:gd name="connsiteY9" fmla="*/ 54619 h 68971"/>
                <a:gd name="connsiteX10" fmla="*/ 47841 w 62195"/>
                <a:gd name="connsiteY10" fmla="*/ 54619 h 68971"/>
                <a:gd name="connsiteX11" fmla="*/ 47841 w 62195"/>
                <a:gd name="connsiteY11" fmla="*/ 14352 h 68971"/>
                <a:gd name="connsiteX12" fmla="*/ 14452 w 62195"/>
                <a:gd name="connsiteY12" fmla="*/ 14352 h 68971"/>
                <a:gd name="connsiteX13" fmla="*/ 14452 w 62195"/>
                <a:gd name="connsiteY13" fmla="*/ 546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5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293" y="65782"/>
                    <a:pt x="59004" y="68971"/>
                    <a:pt x="55018" y="68971"/>
                  </a:cubicBezTo>
                  <a:close/>
                  <a:moveTo>
                    <a:pt x="14452" y="54619"/>
                  </a:moveTo>
                  <a:lnTo>
                    <a:pt x="47841" y="54619"/>
                  </a:lnTo>
                  <a:lnTo>
                    <a:pt x="47841" y="14352"/>
                  </a:lnTo>
                  <a:lnTo>
                    <a:pt x="14452" y="14352"/>
                  </a:lnTo>
                  <a:lnTo>
                    <a:pt x="14452" y="546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434"/>
            <p:cNvSpPr/>
            <p:nvPr>
              <p:custDataLst>
                <p:tags r:id="rId43"/>
              </p:custDataLst>
            </p:nvPr>
          </p:nvSpPr>
          <p:spPr>
            <a:xfrm>
              <a:off x="3168009" y="2330841"/>
              <a:ext cx="62193" cy="68971"/>
            </a:xfrm>
            <a:custGeom>
              <a:avLst/>
              <a:gdLst>
                <a:gd name="connsiteX0" fmla="*/ 55018 w 62193"/>
                <a:gd name="connsiteY0" fmla="*/ 68971 h 68971"/>
                <a:gd name="connsiteX1" fmla="*/ 7176 w 62193"/>
                <a:gd name="connsiteY1" fmla="*/ 68971 h 68971"/>
                <a:gd name="connsiteX2" fmla="*/ 0 w 62193"/>
                <a:gd name="connsiteY2" fmla="*/ 61795 h 68971"/>
                <a:gd name="connsiteX3" fmla="*/ 0 w 62193"/>
                <a:gd name="connsiteY3" fmla="*/ 7176 h 68971"/>
                <a:gd name="connsiteX4" fmla="*/ 7176 w 62193"/>
                <a:gd name="connsiteY4" fmla="*/ 0 h 68971"/>
                <a:gd name="connsiteX5" fmla="*/ 55018 w 62193"/>
                <a:gd name="connsiteY5" fmla="*/ 0 h 68971"/>
                <a:gd name="connsiteX6" fmla="*/ 62194 w 62193"/>
                <a:gd name="connsiteY6" fmla="*/ 7176 h 68971"/>
                <a:gd name="connsiteX7" fmla="*/ 62194 w 62193"/>
                <a:gd name="connsiteY7" fmla="*/ 61795 h 68971"/>
                <a:gd name="connsiteX8" fmla="*/ 55018 w 62193"/>
                <a:gd name="connsiteY8" fmla="*/ 68971 h 68971"/>
                <a:gd name="connsiteX9" fmla="*/ 14352 w 62193"/>
                <a:gd name="connsiteY9" fmla="*/ 54619 h 68971"/>
                <a:gd name="connsiteX10" fmla="*/ 47742 w 62193"/>
                <a:gd name="connsiteY10" fmla="*/ 54619 h 68971"/>
                <a:gd name="connsiteX11" fmla="*/ 47742 w 62193"/>
                <a:gd name="connsiteY11" fmla="*/ 14352 h 68971"/>
                <a:gd name="connsiteX12" fmla="*/ 14352 w 62193"/>
                <a:gd name="connsiteY12" fmla="*/ 14352 h 68971"/>
                <a:gd name="connsiteX13" fmla="*/ 14352 w 62193"/>
                <a:gd name="connsiteY13" fmla="*/ 54619 h 6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193" h="68971">
                  <a:moveTo>
                    <a:pt x="55018" y="68971"/>
                  </a:moveTo>
                  <a:lnTo>
                    <a:pt x="7176" y="68971"/>
                  </a:lnTo>
                  <a:cubicBezTo>
                    <a:pt x="3189" y="68971"/>
                    <a:pt x="0" y="65782"/>
                    <a:pt x="0" y="61795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5018" y="0"/>
                  </a:lnTo>
                  <a:cubicBezTo>
                    <a:pt x="59004" y="0"/>
                    <a:pt x="62194" y="3189"/>
                    <a:pt x="62194" y="7176"/>
                  </a:cubicBezTo>
                  <a:lnTo>
                    <a:pt x="62194" y="61795"/>
                  </a:lnTo>
                  <a:cubicBezTo>
                    <a:pt x="62194" y="65782"/>
                    <a:pt x="59004" y="68971"/>
                    <a:pt x="55018" y="68971"/>
                  </a:cubicBezTo>
                  <a:close/>
                  <a:moveTo>
                    <a:pt x="14352" y="54619"/>
                  </a:moveTo>
                  <a:lnTo>
                    <a:pt x="47742" y="54619"/>
                  </a:lnTo>
                  <a:lnTo>
                    <a:pt x="47742" y="14352"/>
                  </a:lnTo>
                  <a:lnTo>
                    <a:pt x="14352" y="14352"/>
                  </a:lnTo>
                  <a:lnTo>
                    <a:pt x="14352" y="54619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6" name="图形 4"/>
          <p:cNvGrpSpPr/>
          <p:nvPr/>
        </p:nvGrpSpPr>
        <p:grpSpPr>
          <a:xfrm>
            <a:off x="4675127" y="5101974"/>
            <a:ext cx="566160" cy="393488"/>
            <a:chOff x="6975483" y="483667"/>
            <a:chExt cx="879084" cy="610973"/>
          </a:xfrm>
          <a:solidFill>
            <a:schemeClr val="accent1"/>
          </a:solidFill>
        </p:grpSpPr>
        <p:sp>
          <p:nvSpPr>
            <p:cNvPr id="437" name="任意多边形: 形状 436"/>
            <p:cNvSpPr/>
            <p:nvPr>
              <p:custDataLst>
                <p:tags r:id="rId44"/>
              </p:custDataLst>
            </p:nvPr>
          </p:nvSpPr>
          <p:spPr>
            <a:xfrm>
              <a:off x="7037278" y="483667"/>
              <a:ext cx="755395" cy="502035"/>
            </a:xfrm>
            <a:custGeom>
              <a:avLst/>
              <a:gdLst>
                <a:gd name="connsiteX0" fmla="*/ 748219 w 755395"/>
                <a:gd name="connsiteY0" fmla="*/ 502035 h 502035"/>
                <a:gd name="connsiteX1" fmla="*/ 7176 w 755395"/>
                <a:gd name="connsiteY1" fmla="*/ 502035 h 502035"/>
                <a:gd name="connsiteX2" fmla="*/ 0 w 755395"/>
                <a:gd name="connsiteY2" fmla="*/ 494859 h 502035"/>
                <a:gd name="connsiteX3" fmla="*/ 0 w 755395"/>
                <a:gd name="connsiteY3" fmla="*/ 7176 h 502035"/>
                <a:gd name="connsiteX4" fmla="*/ 2093 w 755395"/>
                <a:gd name="connsiteY4" fmla="*/ 2093 h 502035"/>
                <a:gd name="connsiteX5" fmla="*/ 7176 w 755395"/>
                <a:gd name="connsiteY5" fmla="*/ 0 h 502035"/>
                <a:gd name="connsiteX6" fmla="*/ 7176 w 755395"/>
                <a:gd name="connsiteY6" fmla="*/ 0 h 502035"/>
                <a:gd name="connsiteX7" fmla="*/ 380139 w 755395"/>
                <a:gd name="connsiteY7" fmla="*/ 100 h 502035"/>
                <a:gd name="connsiteX8" fmla="*/ 748219 w 755395"/>
                <a:gd name="connsiteY8" fmla="*/ 199 h 502035"/>
                <a:gd name="connsiteX9" fmla="*/ 755395 w 755395"/>
                <a:gd name="connsiteY9" fmla="*/ 7376 h 502035"/>
                <a:gd name="connsiteX10" fmla="*/ 755395 w 755395"/>
                <a:gd name="connsiteY10" fmla="*/ 494759 h 502035"/>
                <a:gd name="connsiteX11" fmla="*/ 748219 w 755395"/>
                <a:gd name="connsiteY11" fmla="*/ 502035 h 502035"/>
                <a:gd name="connsiteX12" fmla="*/ 14352 w 755395"/>
                <a:gd name="connsiteY12" fmla="*/ 487583 h 502035"/>
                <a:gd name="connsiteX13" fmla="*/ 740943 w 755395"/>
                <a:gd name="connsiteY13" fmla="*/ 487583 h 502035"/>
                <a:gd name="connsiteX14" fmla="*/ 740943 w 755395"/>
                <a:gd name="connsiteY14" fmla="*/ 14552 h 502035"/>
                <a:gd name="connsiteX15" fmla="*/ 380040 w 755395"/>
                <a:gd name="connsiteY15" fmla="*/ 14452 h 502035"/>
                <a:gd name="connsiteX16" fmla="*/ 14253 w 755395"/>
                <a:gd name="connsiteY16" fmla="*/ 14352 h 502035"/>
                <a:gd name="connsiteX17" fmla="*/ 14253 w 755395"/>
                <a:gd name="connsiteY17" fmla="*/ 487583 h 50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5395" h="502035">
                  <a:moveTo>
                    <a:pt x="748219" y="502035"/>
                  </a:moveTo>
                  <a:lnTo>
                    <a:pt x="7176" y="502035"/>
                  </a:lnTo>
                  <a:cubicBezTo>
                    <a:pt x="3189" y="502035"/>
                    <a:pt x="0" y="498846"/>
                    <a:pt x="0" y="494859"/>
                  </a:cubicBezTo>
                  <a:lnTo>
                    <a:pt x="0" y="7176"/>
                  </a:lnTo>
                  <a:cubicBezTo>
                    <a:pt x="0" y="5282"/>
                    <a:pt x="797" y="3389"/>
                    <a:pt x="2093" y="2093"/>
                  </a:cubicBezTo>
                  <a:cubicBezTo>
                    <a:pt x="3488" y="698"/>
                    <a:pt x="5282" y="0"/>
                    <a:pt x="7176" y="0"/>
                  </a:cubicBezTo>
                  <a:lnTo>
                    <a:pt x="7176" y="0"/>
                  </a:lnTo>
                  <a:cubicBezTo>
                    <a:pt x="96480" y="0"/>
                    <a:pt x="238310" y="100"/>
                    <a:pt x="380139" y="100"/>
                  </a:cubicBezTo>
                  <a:cubicBezTo>
                    <a:pt x="519378" y="100"/>
                    <a:pt x="658716" y="199"/>
                    <a:pt x="748219" y="199"/>
                  </a:cubicBezTo>
                  <a:cubicBezTo>
                    <a:pt x="752206" y="199"/>
                    <a:pt x="755395" y="3389"/>
                    <a:pt x="755395" y="7376"/>
                  </a:cubicBezTo>
                  <a:lnTo>
                    <a:pt x="755395" y="494759"/>
                  </a:lnTo>
                  <a:cubicBezTo>
                    <a:pt x="755395" y="498746"/>
                    <a:pt x="752206" y="502035"/>
                    <a:pt x="748219" y="502035"/>
                  </a:cubicBezTo>
                  <a:close/>
                  <a:moveTo>
                    <a:pt x="14352" y="487583"/>
                  </a:moveTo>
                  <a:lnTo>
                    <a:pt x="740943" y="487583"/>
                  </a:lnTo>
                  <a:lnTo>
                    <a:pt x="740943" y="14552"/>
                  </a:lnTo>
                  <a:cubicBezTo>
                    <a:pt x="651240" y="14552"/>
                    <a:pt x="515690" y="14452"/>
                    <a:pt x="380040" y="14452"/>
                  </a:cubicBezTo>
                  <a:cubicBezTo>
                    <a:pt x="241997" y="14452"/>
                    <a:pt x="103955" y="14352"/>
                    <a:pt x="14253" y="14352"/>
                  </a:cubicBezTo>
                  <a:lnTo>
                    <a:pt x="14253" y="487583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/>
            <p:cNvSpPr/>
            <p:nvPr>
              <p:custDataLst>
                <p:tags r:id="rId45"/>
              </p:custDataLst>
            </p:nvPr>
          </p:nvSpPr>
          <p:spPr>
            <a:xfrm>
              <a:off x="6975483" y="971349"/>
              <a:ext cx="879084" cy="123291"/>
            </a:xfrm>
            <a:custGeom>
              <a:avLst/>
              <a:gdLst>
                <a:gd name="connsiteX0" fmla="*/ 825961 w 879084"/>
                <a:gd name="connsiteY0" fmla="*/ 123291 h 123291"/>
                <a:gd name="connsiteX1" fmla="*/ 53024 w 879084"/>
                <a:gd name="connsiteY1" fmla="*/ 123291 h 123291"/>
                <a:gd name="connsiteX2" fmla="*/ 0 w 879084"/>
                <a:gd name="connsiteY2" fmla="*/ 70267 h 123291"/>
                <a:gd name="connsiteX3" fmla="*/ 0 w 879084"/>
                <a:gd name="connsiteY3" fmla="*/ 20133 h 123291"/>
                <a:gd name="connsiteX4" fmla="*/ 20233 w 879084"/>
                <a:gd name="connsiteY4" fmla="*/ 0 h 123291"/>
                <a:gd name="connsiteX5" fmla="*/ 858852 w 879084"/>
                <a:gd name="connsiteY5" fmla="*/ 0 h 123291"/>
                <a:gd name="connsiteX6" fmla="*/ 879085 w 879084"/>
                <a:gd name="connsiteY6" fmla="*/ 20133 h 123291"/>
                <a:gd name="connsiteX7" fmla="*/ 879085 w 879084"/>
                <a:gd name="connsiteY7" fmla="*/ 70267 h 123291"/>
                <a:gd name="connsiteX8" fmla="*/ 825961 w 879084"/>
                <a:gd name="connsiteY8" fmla="*/ 123291 h 123291"/>
                <a:gd name="connsiteX9" fmla="*/ 20233 w 879084"/>
                <a:gd name="connsiteY9" fmla="*/ 14352 h 123291"/>
                <a:gd name="connsiteX10" fmla="*/ 14452 w 879084"/>
                <a:gd name="connsiteY10" fmla="*/ 20133 h 123291"/>
                <a:gd name="connsiteX11" fmla="*/ 14452 w 879084"/>
                <a:gd name="connsiteY11" fmla="*/ 70267 h 123291"/>
                <a:gd name="connsiteX12" fmla="*/ 53024 w 879084"/>
                <a:gd name="connsiteY12" fmla="*/ 108939 h 123291"/>
                <a:gd name="connsiteX13" fmla="*/ 825961 w 879084"/>
                <a:gd name="connsiteY13" fmla="*/ 108939 h 123291"/>
                <a:gd name="connsiteX14" fmla="*/ 864533 w 879084"/>
                <a:gd name="connsiteY14" fmla="*/ 70267 h 123291"/>
                <a:gd name="connsiteX15" fmla="*/ 864533 w 879084"/>
                <a:gd name="connsiteY15" fmla="*/ 20133 h 123291"/>
                <a:gd name="connsiteX16" fmla="*/ 858752 w 879084"/>
                <a:gd name="connsiteY16" fmla="*/ 14352 h 123291"/>
                <a:gd name="connsiteX17" fmla="*/ 20233 w 879084"/>
                <a:gd name="connsiteY17" fmla="*/ 14352 h 12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9084" h="123291">
                  <a:moveTo>
                    <a:pt x="825961" y="123291"/>
                  </a:moveTo>
                  <a:lnTo>
                    <a:pt x="53024" y="123291"/>
                  </a:lnTo>
                  <a:cubicBezTo>
                    <a:pt x="23821" y="123291"/>
                    <a:pt x="0" y="99470"/>
                    <a:pt x="0" y="70267"/>
                  </a:cubicBezTo>
                  <a:lnTo>
                    <a:pt x="0" y="20133"/>
                  </a:lnTo>
                  <a:cubicBezTo>
                    <a:pt x="0" y="8970"/>
                    <a:pt x="9070" y="0"/>
                    <a:pt x="20233" y="0"/>
                  </a:cubicBezTo>
                  <a:lnTo>
                    <a:pt x="858852" y="0"/>
                  </a:lnTo>
                  <a:cubicBezTo>
                    <a:pt x="870015" y="0"/>
                    <a:pt x="879085" y="9070"/>
                    <a:pt x="879085" y="20133"/>
                  </a:cubicBezTo>
                  <a:lnTo>
                    <a:pt x="879085" y="70267"/>
                  </a:lnTo>
                  <a:cubicBezTo>
                    <a:pt x="878985" y="99470"/>
                    <a:pt x="855264" y="123291"/>
                    <a:pt x="825961" y="123291"/>
                  </a:cubicBezTo>
                  <a:close/>
                  <a:moveTo>
                    <a:pt x="20233" y="14352"/>
                  </a:moveTo>
                  <a:cubicBezTo>
                    <a:pt x="17143" y="14352"/>
                    <a:pt x="14452" y="16944"/>
                    <a:pt x="14452" y="20133"/>
                  </a:cubicBezTo>
                  <a:lnTo>
                    <a:pt x="14452" y="70267"/>
                  </a:lnTo>
                  <a:cubicBezTo>
                    <a:pt x="14452" y="91596"/>
                    <a:pt x="31795" y="108939"/>
                    <a:pt x="53024" y="108939"/>
                  </a:cubicBezTo>
                  <a:lnTo>
                    <a:pt x="825961" y="108939"/>
                  </a:lnTo>
                  <a:cubicBezTo>
                    <a:pt x="847290" y="108939"/>
                    <a:pt x="864533" y="91596"/>
                    <a:pt x="864533" y="70267"/>
                  </a:cubicBezTo>
                  <a:lnTo>
                    <a:pt x="864533" y="20133"/>
                  </a:lnTo>
                  <a:cubicBezTo>
                    <a:pt x="864533" y="16944"/>
                    <a:pt x="861942" y="14352"/>
                    <a:pt x="858752" y="14352"/>
                  </a:cubicBezTo>
                  <a:lnTo>
                    <a:pt x="20233" y="14352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/>
            <p:cNvSpPr/>
            <p:nvPr>
              <p:custDataLst>
                <p:tags r:id="rId46"/>
              </p:custDataLst>
            </p:nvPr>
          </p:nvSpPr>
          <p:spPr>
            <a:xfrm>
              <a:off x="7388812" y="1006732"/>
              <a:ext cx="52426" cy="52426"/>
            </a:xfrm>
            <a:custGeom>
              <a:avLst/>
              <a:gdLst>
                <a:gd name="connsiteX0" fmla="*/ 26213 w 52426"/>
                <a:gd name="connsiteY0" fmla="*/ 52426 h 52426"/>
                <a:gd name="connsiteX1" fmla="*/ 0 w 52426"/>
                <a:gd name="connsiteY1" fmla="*/ 26213 h 52426"/>
                <a:gd name="connsiteX2" fmla="*/ 26213 w 52426"/>
                <a:gd name="connsiteY2" fmla="*/ 0 h 52426"/>
                <a:gd name="connsiteX3" fmla="*/ 52426 w 52426"/>
                <a:gd name="connsiteY3" fmla="*/ 26213 h 52426"/>
                <a:gd name="connsiteX4" fmla="*/ 26213 w 52426"/>
                <a:gd name="connsiteY4" fmla="*/ 52426 h 52426"/>
                <a:gd name="connsiteX5" fmla="*/ 26213 w 52426"/>
                <a:gd name="connsiteY5" fmla="*/ 14452 h 52426"/>
                <a:gd name="connsiteX6" fmla="*/ 14452 w 52426"/>
                <a:gd name="connsiteY6" fmla="*/ 26213 h 52426"/>
                <a:gd name="connsiteX7" fmla="*/ 26213 w 52426"/>
                <a:gd name="connsiteY7" fmla="*/ 37974 h 52426"/>
                <a:gd name="connsiteX8" fmla="*/ 37974 w 52426"/>
                <a:gd name="connsiteY8" fmla="*/ 26213 h 52426"/>
                <a:gd name="connsiteX9" fmla="*/ 26213 w 52426"/>
                <a:gd name="connsiteY9" fmla="*/ 14452 h 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426" h="52426">
                  <a:moveTo>
                    <a:pt x="26213" y="52426"/>
                  </a:moveTo>
                  <a:cubicBezTo>
                    <a:pt x="11761" y="52426"/>
                    <a:pt x="0" y="40665"/>
                    <a:pt x="0" y="26213"/>
                  </a:cubicBezTo>
                  <a:cubicBezTo>
                    <a:pt x="0" y="11761"/>
                    <a:pt x="11761" y="0"/>
                    <a:pt x="26213" y="0"/>
                  </a:cubicBezTo>
                  <a:cubicBezTo>
                    <a:pt x="40665" y="0"/>
                    <a:pt x="52426" y="11761"/>
                    <a:pt x="52426" y="26213"/>
                  </a:cubicBezTo>
                  <a:cubicBezTo>
                    <a:pt x="52426" y="40665"/>
                    <a:pt x="40665" y="52426"/>
                    <a:pt x="26213" y="52426"/>
                  </a:cubicBezTo>
                  <a:close/>
                  <a:moveTo>
                    <a:pt x="26213" y="14452"/>
                  </a:moveTo>
                  <a:cubicBezTo>
                    <a:pt x="19735" y="14452"/>
                    <a:pt x="14452" y="19735"/>
                    <a:pt x="14452" y="26213"/>
                  </a:cubicBezTo>
                  <a:cubicBezTo>
                    <a:pt x="14452" y="32692"/>
                    <a:pt x="19735" y="37974"/>
                    <a:pt x="26213" y="37974"/>
                  </a:cubicBezTo>
                  <a:cubicBezTo>
                    <a:pt x="32692" y="37974"/>
                    <a:pt x="37974" y="32692"/>
                    <a:pt x="37974" y="26213"/>
                  </a:cubicBezTo>
                  <a:cubicBezTo>
                    <a:pt x="37974" y="19735"/>
                    <a:pt x="32692" y="14452"/>
                    <a:pt x="26213" y="144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/>
            <p:cNvSpPr/>
            <p:nvPr>
              <p:custDataLst>
                <p:tags r:id="rId47"/>
              </p:custDataLst>
            </p:nvPr>
          </p:nvSpPr>
          <p:spPr>
            <a:xfrm>
              <a:off x="7283761" y="587223"/>
              <a:ext cx="14352" cy="275087"/>
            </a:xfrm>
            <a:custGeom>
              <a:avLst/>
              <a:gdLst>
                <a:gd name="connsiteX0" fmla="*/ 7176 w 14352"/>
                <a:gd name="connsiteY0" fmla="*/ 275088 h 275087"/>
                <a:gd name="connsiteX1" fmla="*/ 0 w 14352"/>
                <a:gd name="connsiteY1" fmla="*/ 267912 h 275087"/>
                <a:gd name="connsiteX2" fmla="*/ 0 w 14352"/>
                <a:gd name="connsiteY2" fmla="*/ 7176 h 275087"/>
                <a:gd name="connsiteX3" fmla="*/ 7176 w 14352"/>
                <a:gd name="connsiteY3" fmla="*/ 0 h 275087"/>
                <a:gd name="connsiteX4" fmla="*/ 14352 w 14352"/>
                <a:gd name="connsiteY4" fmla="*/ 7176 h 275087"/>
                <a:gd name="connsiteX5" fmla="*/ 14352 w 14352"/>
                <a:gd name="connsiteY5" fmla="*/ 267812 h 275087"/>
                <a:gd name="connsiteX6" fmla="*/ 7176 w 14352"/>
                <a:gd name="connsiteY6" fmla="*/ 275088 h 2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2" h="275087">
                  <a:moveTo>
                    <a:pt x="7176" y="275088"/>
                  </a:moveTo>
                  <a:cubicBezTo>
                    <a:pt x="3189" y="275088"/>
                    <a:pt x="0" y="271898"/>
                    <a:pt x="0" y="267912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267812"/>
                  </a:lnTo>
                  <a:cubicBezTo>
                    <a:pt x="14352" y="271799"/>
                    <a:pt x="11163" y="275088"/>
                    <a:pt x="7176" y="275088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/>
            <p:cNvSpPr/>
            <p:nvPr>
              <p:custDataLst>
                <p:tags r:id="rId48"/>
              </p:custDataLst>
            </p:nvPr>
          </p:nvSpPr>
          <p:spPr>
            <a:xfrm>
              <a:off x="7283661" y="847959"/>
              <a:ext cx="331502" cy="14352"/>
            </a:xfrm>
            <a:custGeom>
              <a:avLst/>
              <a:gdLst>
                <a:gd name="connsiteX0" fmla="*/ 324325 w 331502"/>
                <a:gd name="connsiteY0" fmla="*/ 14352 h 14352"/>
                <a:gd name="connsiteX1" fmla="*/ 7176 w 331502"/>
                <a:gd name="connsiteY1" fmla="*/ 14352 h 14352"/>
                <a:gd name="connsiteX2" fmla="*/ 0 w 331502"/>
                <a:gd name="connsiteY2" fmla="*/ 7176 h 14352"/>
                <a:gd name="connsiteX3" fmla="*/ 7176 w 331502"/>
                <a:gd name="connsiteY3" fmla="*/ 0 h 14352"/>
                <a:gd name="connsiteX4" fmla="*/ 324325 w 331502"/>
                <a:gd name="connsiteY4" fmla="*/ 0 h 14352"/>
                <a:gd name="connsiteX5" fmla="*/ 331501 w 331502"/>
                <a:gd name="connsiteY5" fmla="*/ 7176 h 14352"/>
                <a:gd name="connsiteX6" fmla="*/ 324325 w 33150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502" h="14352">
                  <a:moveTo>
                    <a:pt x="324325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324325" y="0"/>
                  </a:lnTo>
                  <a:cubicBezTo>
                    <a:pt x="328311" y="0"/>
                    <a:pt x="331501" y="3189"/>
                    <a:pt x="331501" y="7176"/>
                  </a:cubicBezTo>
                  <a:cubicBezTo>
                    <a:pt x="331600" y="11063"/>
                    <a:pt x="328311" y="14352"/>
                    <a:pt x="324325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/>
            <p:cNvSpPr/>
            <p:nvPr>
              <p:custDataLst>
                <p:tags r:id="rId49"/>
              </p:custDataLst>
            </p:nvPr>
          </p:nvSpPr>
          <p:spPr>
            <a:xfrm>
              <a:off x="7214789" y="626194"/>
              <a:ext cx="54222" cy="14352"/>
            </a:xfrm>
            <a:custGeom>
              <a:avLst/>
              <a:gdLst>
                <a:gd name="connsiteX0" fmla="*/ 47044 w 54222"/>
                <a:gd name="connsiteY0" fmla="*/ 14352 h 14352"/>
                <a:gd name="connsiteX1" fmla="*/ 7176 w 54222"/>
                <a:gd name="connsiteY1" fmla="*/ 14352 h 14352"/>
                <a:gd name="connsiteX2" fmla="*/ 0 w 54222"/>
                <a:gd name="connsiteY2" fmla="*/ 7176 h 14352"/>
                <a:gd name="connsiteX3" fmla="*/ 7176 w 54222"/>
                <a:gd name="connsiteY3" fmla="*/ 0 h 14352"/>
                <a:gd name="connsiteX4" fmla="*/ 47044 w 54222"/>
                <a:gd name="connsiteY4" fmla="*/ 0 h 14352"/>
                <a:gd name="connsiteX5" fmla="*/ 54220 w 54222"/>
                <a:gd name="connsiteY5" fmla="*/ 7176 h 14352"/>
                <a:gd name="connsiteX6" fmla="*/ 47044 w 5422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22" h="14352">
                  <a:moveTo>
                    <a:pt x="47044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47044" y="0"/>
                  </a:lnTo>
                  <a:cubicBezTo>
                    <a:pt x="51031" y="0"/>
                    <a:pt x="54220" y="3189"/>
                    <a:pt x="54220" y="7176"/>
                  </a:cubicBezTo>
                  <a:cubicBezTo>
                    <a:pt x="54320" y="11163"/>
                    <a:pt x="51031" y="14352"/>
                    <a:pt x="47044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/>
            <p:cNvSpPr/>
            <p:nvPr>
              <p:custDataLst>
                <p:tags r:id="rId50"/>
              </p:custDataLst>
            </p:nvPr>
          </p:nvSpPr>
          <p:spPr>
            <a:xfrm>
              <a:off x="7214789" y="671942"/>
              <a:ext cx="54222" cy="14352"/>
            </a:xfrm>
            <a:custGeom>
              <a:avLst/>
              <a:gdLst>
                <a:gd name="connsiteX0" fmla="*/ 47044 w 54222"/>
                <a:gd name="connsiteY0" fmla="*/ 14352 h 14352"/>
                <a:gd name="connsiteX1" fmla="*/ 7176 w 54222"/>
                <a:gd name="connsiteY1" fmla="*/ 14352 h 14352"/>
                <a:gd name="connsiteX2" fmla="*/ 0 w 54222"/>
                <a:gd name="connsiteY2" fmla="*/ 7176 h 14352"/>
                <a:gd name="connsiteX3" fmla="*/ 7176 w 54222"/>
                <a:gd name="connsiteY3" fmla="*/ 0 h 14352"/>
                <a:gd name="connsiteX4" fmla="*/ 47044 w 54222"/>
                <a:gd name="connsiteY4" fmla="*/ 0 h 14352"/>
                <a:gd name="connsiteX5" fmla="*/ 54220 w 54222"/>
                <a:gd name="connsiteY5" fmla="*/ 7176 h 14352"/>
                <a:gd name="connsiteX6" fmla="*/ 47044 w 5422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22" h="14352">
                  <a:moveTo>
                    <a:pt x="47044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47044" y="0"/>
                  </a:lnTo>
                  <a:cubicBezTo>
                    <a:pt x="51031" y="0"/>
                    <a:pt x="54220" y="3189"/>
                    <a:pt x="54220" y="7176"/>
                  </a:cubicBezTo>
                  <a:cubicBezTo>
                    <a:pt x="54320" y="11163"/>
                    <a:pt x="51031" y="14352"/>
                    <a:pt x="47044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/>
            <p:cNvSpPr/>
            <p:nvPr>
              <p:custDataLst>
                <p:tags r:id="rId51"/>
              </p:custDataLst>
            </p:nvPr>
          </p:nvSpPr>
          <p:spPr>
            <a:xfrm>
              <a:off x="7214789" y="717591"/>
              <a:ext cx="54222" cy="14352"/>
            </a:xfrm>
            <a:custGeom>
              <a:avLst/>
              <a:gdLst>
                <a:gd name="connsiteX0" fmla="*/ 47044 w 54222"/>
                <a:gd name="connsiteY0" fmla="*/ 14352 h 14352"/>
                <a:gd name="connsiteX1" fmla="*/ 7176 w 54222"/>
                <a:gd name="connsiteY1" fmla="*/ 14352 h 14352"/>
                <a:gd name="connsiteX2" fmla="*/ 0 w 54222"/>
                <a:gd name="connsiteY2" fmla="*/ 7176 h 14352"/>
                <a:gd name="connsiteX3" fmla="*/ 7176 w 54222"/>
                <a:gd name="connsiteY3" fmla="*/ 0 h 14352"/>
                <a:gd name="connsiteX4" fmla="*/ 47044 w 54222"/>
                <a:gd name="connsiteY4" fmla="*/ 0 h 14352"/>
                <a:gd name="connsiteX5" fmla="*/ 54220 w 54222"/>
                <a:gd name="connsiteY5" fmla="*/ 7176 h 14352"/>
                <a:gd name="connsiteX6" fmla="*/ 47044 w 5422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22" h="14352">
                  <a:moveTo>
                    <a:pt x="47044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47044" y="0"/>
                  </a:lnTo>
                  <a:cubicBezTo>
                    <a:pt x="51031" y="0"/>
                    <a:pt x="54220" y="3189"/>
                    <a:pt x="54220" y="7176"/>
                  </a:cubicBezTo>
                  <a:cubicBezTo>
                    <a:pt x="54320" y="11063"/>
                    <a:pt x="51031" y="14352"/>
                    <a:pt x="47044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/>
            <p:cNvSpPr/>
            <p:nvPr>
              <p:custDataLst>
                <p:tags r:id="rId52"/>
              </p:custDataLst>
            </p:nvPr>
          </p:nvSpPr>
          <p:spPr>
            <a:xfrm>
              <a:off x="7214789" y="763240"/>
              <a:ext cx="54222" cy="14352"/>
            </a:xfrm>
            <a:custGeom>
              <a:avLst/>
              <a:gdLst>
                <a:gd name="connsiteX0" fmla="*/ 47044 w 54222"/>
                <a:gd name="connsiteY0" fmla="*/ 14352 h 14352"/>
                <a:gd name="connsiteX1" fmla="*/ 7176 w 54222"/>
                <a:gd name="connsiteY1" fmla="*/ 14352 h 14352"/>
                <a:gd name="connsiteX2" fmla="*/ 0 w 54222"/>
                <a:gd name="connsiteY2" fmla="*/ 7176 h 14352"/>
                <a:gd name="connsiteX3" fmla="*/ 7176 w 54222"/>
                <a:gd name="connsiteY3" fmla="*/ 0 h 14352"/>
                <a:gd name="connsiteX4" fmla="*/ 47044 w 54222"/>
                <a:gd name="connsiteY4" fmla="*/ 0 h 14352"/>
                <a:gd name="connsiteX5" fmla="*/ 54220 w 54222"/>
                <a:gd name="connsiteY5" fmla="*/ 7176 h 14352"/>
                <a:gd name="connsiteX6" fmla="*/ 47044 w 5422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22" h="14352">
                  <a:moveTo>
                    <a:pt x="47044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47044" y="0"/>
                  </a:lnTo>
                  <a:cubicBezTo>
                    <a:pt x="51031" y="0"/>
                    <a:pt x="54220" y="3189"/>
                    <a:pt x="54220" y="7176"/>
                  </a:cubicBezTo>
                  <a:cubicBezTo>
                    <a:pt x="54320" y="11163"/>
                    <a:pt x="51031" y="14352"/>
                    <a:pt x="47044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/>
            <p:cNvSpPr/>
            <p:nvPr>
              <p:custDataLst>
                <p:tags r:id="rId53"/>
              </p:custDataLst>
            </p:nvPr>
          </p:nvSpPr>
          <p:spPr>
            <a:xfrm>
              <a:off x="7214789" y="808888"/>
              <a:ext cx="54222" cy="14352"/>
            </a:xfrm>
            <a:custGeom>
              <a:avLst/>
              <a:gdLst>
                <a:gd name="connsiteX0" fmla="*/ 47044 w 54222"/>
                <a:gd name="connsiteY0" fmla="*/ 14352 h 14352"/>
                <a:gd name="connsiteX1" fmla="*/ 7176 w 54222"/>
                <a:gd name="connsiteY1" fmla="*/ 14352 h 14352"/>
                <a:gd name="connsiteX2" fmla="*/ 0 w 54222"/>
                <a:gd name="connsiteY2" fmla="*/ 7176 h 14352"/>
                <a:gd name="connsiteX3" fmla="*/ 7176 w 54222"/>
                <a:gd name="connsiteY3" fmla="*/ 0 h 14352"/>
                <a:gd name="connsiteX4" fmla="*/ 47044 w 54222"/>
                <a:gd name="connsiteY4" fmla="*/ 0 h 14352"/>
                <a:gd name="connsiteX5" fmla="*/ 54220 w 54222"/>
                <a:gd name="connsiteY5" fmla="*/ 7176 h 14352"/>
                <a:gd name="connsiteX6" fmla="*/ 47044 w 54222"/>
                <a:gd name="connsiteY6" fmla="*/ 14352 h 1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22" h="14352">
                  <a:moveTo>
                    <a:pt x="47044" y="14352"/>
                  </a:moveTo>
                  <a:lnTo>
                    <a:pt x="7176" y="14352"/>
                  </a:lnTo>
                  <a:cubicBezTo>
                    <a:pt x="3189" y="14352"/>
                    <a:pt x="0" y="11163"/>
                    <a:pt x="0" y="7176"/>
                  </a:cubicBezTo>
                  <a:cubicBezTo>
                    <a:pt x="0" y="3189"/>
                    <a:pt x="3189" y="0"/>
                    <a:pt x="7176" y="0"/>
                  </a:cubicBezTo>
                  <a:lnTo>
                    <a:pt x="47044" y="0"/>
                  </a:lnTo>
                  <a:cubicBezTo>
                    <a:pt x="51031" y="0"/>
                    <a:pt x="54220" y="3189"/>
                    <a:pt x="54220" y="7176"/>
                  </a:cubicBezTo>
                  <a:cubicBezTo>
                    <a:pt x="54320" y="11163"/>
                    <a:pt x="51031" y="14352"/>
                    <a:pt x="47044" y="14352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/>
            <p:cNvSpPr/>
            <p:nvPr>
              <p:custDataLst>
                <p:tags r:id="rId54"/>
              </p:custDataLst>
            </p:nvPr>
          </p:nvSpPr>
          <p:spPr>
            <a:xfrm>
              <a:off x="7533533" y="872577"/>
              <a:ext cx="14354" cy="54319"/>
            </a:xfrm>
            <a:custGeom>
              <a:avLst/>
              <a:gdLst>
                <a:gd name="connsiteX0" fmla="*/ 7176 w 14354"/>
                <a:gd name="connsiteY0" fmla="*/ 54320 h 54319"/>
                <a:gd name="connsiteX1" fmla="*/ 0 w 14354"/>
                <a:gd name="connsiteY1" fmla="*/ 47144 h 54319"/>
                <a:gd name="connsiteX2" fmla="*/ 0 w 14354"/>
                <a:gd name="connsiteY2" fmla="*/ 7176 h 54319"/>
                <a:gd name="connsiteX3" fmla="*/ 7176 w 14354"/>
                <a:gd name="connsiteY3" fmla="*/ 0 h 54319"/>
                <a:gd name="connsiteX4" fmla="*/ 14352 w 14354"/>
                <a:gd name="connsiteY4" fmla="*/ 7176 h 54319"/>
                <a:gd name="connsiteX5" fmla="*/ 14352 w 14354"/>
                <a:gd name="connsiteY5" fmla="*/ 47144 h 54319"/>
                <a:gd name="connsiteX6" fmla="*/ 7176 w 14354"/>
                <a:gd name="connsiteY6" fmla="*/ 54320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4" h="54319">
                  <a:moveTo>
                    <a:pt x="7176" y="54320"/>
                  </a:moveTo>
                  <a:cubicBezTo>
                    <a:pt x="3189" y="54320"/>
                    <a:pt x="0" y="51130"/>
                    <a:pt x="0" y="47144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47144"/>
                  </a:lnTo>
                  <a:cubicBezTo>
                    <a:pt x="14452" y="51130"/>
                    <a:pt x="11163" y="54320"/>
                    <a:pt x="7176" y="54320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/>
            <p:cNvSpPr/>
            <p:nvPr>
              <p:custDataLst>
                <p:tags r:id="rId55"/>
              </p:custDataLst>
            </p:nvPr>
          </p:nvSpPr>
          <p:spPr>
            <a:xfrm>
              <a:off x="7487884" y="872577"/>
              <a:ext cx="14354" cy="54319"/>
            </a:xfrm>
            <a:custGeom>
              <a:avLst/>
              <a:gdLst>
                <a:gd name="connsiteX0" fmla="*/ 7176 w 14354"/>
                <a:gd name="connsiteY0" fmla="*/ 54320 h 54319"/>
                <a:gd name="connsiteX1" fmla="*/ 0 w 14354"/>
                <a:gd name="connsiteY1" fmla="*/ 47144 h 54319"/>
                <a:gd name="connsiteX2" fmla="*/ 0 w 14354"/>
                <a:gd name="connsiteY2" fmla="*/ 7176 h 54319"/>
                <a:gd name="connsiteX3" fmla="*/ 7176 w 14354"/>
                <a:gd name="connsiteY3" fmla="*/ 0 h 54319"/>
                <a:gd name="connsiteX4" fmla="*/ 14352 w 14354"/>
                <a:gd name="connsiteY4" fmla="*/ 7176 h 54319"/>
                <a:gd name="connsiteX5" fmla="*/ 14352 w 14354"/>
                <a:gd name="connsiteY5" fmla="*/ 47144 h 54319"/>
                <a:gd name="connsiteX6" fmla="*/ 7176 w 14354"/>
                <a:gd name="connsiteY6" fmla="*/ 54320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4" h="54319">
                  <a:moveTo>
                    <a:pt x="7176" y="54320"/>
                  </a:moveTo>
                  <a:cubicBezTo>
                    <a:pt x="3189" y="54320"/>
                    <a:pt x="0" y="51130"/>
                    <a:pt x="0" y="47144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47144"/>
                  </a:lnTo>
                  <a:cubicBezTo>
                    <a:pt x="14452" y="51130"/>
                    <a:pt x="11163" y="54320"/>
                    <a:pt x="7176" y="54320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/>
            <p:cNvSpPr/>
            <p:nvPr>
              <p:custDataLst>
                <p:tags r:id="rId56"/>
              </p:custDataLst>
            </p:nvPr>
          </p:nvSpPr>
          <p:spPr>
            <a:xfrm>
              <a:off x="7442335" y="872577"/>
              <a:ext cx="14352" cy="54319"/>
            </a:xfrm>
            <a:custGeom>
              <a:avLst/>
              <a:gdLst>
                <a:gd name="connsiteX0" fmla="*/ 7176 w 14352"/>
                <a:gd name="connsiteY0" fmla="*/ 54320 h 54319"/>
                <a:gd name="connsiteX1" fmla="*/ 0 w 14352"/>
                <a:gd name="connsiteY1" fmla="*/ 47144 h 54319"/>
                <a:gd name="connsiteX2" fmla="*/ 0 w 14352"/>
                <a:gd name="connsiteY2" fmla="*/ 7176 h 54319"/>
                <a:gd name="connsiteX3" fmla="*/ 7176 w 14352"/>
                <a:gd name="connsiteY3" fmla="*/ 0 h 54319"/>
                <a:gd name="connsiteX4" fmla="*/ 14352 w 14352"/>
                <a:gd name="connsiteY4" fmla="*/ 7176 h 54319"/>
                <a:gd name="connsiteX5" fmla="*/ 14352 w 14352"/>
                <a:gd name="connsiteY5" fmla="*/ 47144 h 54319"/>
                <a:gd name="connsiteX6" fmla="*/ 7176 w 14352"/>
                <a:gd name="connsiteY6" fmla="*/ 54320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2" h="54319">
                  <a:moveTo>
                    <a:pt x="7176" y="54320"/>
                  </a:moveTo>
                  <a:cubicBezTo>
                    <a:pt x="3189" y="54320"/>
                    <a:pt x="0" y="51130"/>
                    <a:pt x="0" y="47144"/>
                  </a:cubicBezTo>
                  <a:lnTo>
                    <a:pt x="0" y="7176"/>
                  </a:lnTo>
                  <a:cubicBezTo>
                    <a:pt x="0" y="3189"/>
                    <a:pt x="32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47144"/>
                  </a:lnTo>
                  <a:cubicBezTo>
                    <a:pt x="14352" y="51130"/>
                    <a:pt x="11163" y="54320"/>
                    <a:pt x="7176" y="54320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/>
            <p:cNvSpPr/>
            <p:nvPr>
              <p:custDataLst>
                <p:tags r:id="rId57"/>
              </p:custDataLst>
            </p:nvPr>
          </p:nvSpPr>
          <p:spPr>
            <a:xfrm>
              <a:off x="7396686" y="872577"/>
              <a:ext cx="14352" cy="54319"/>
            </a:xfrm>
            <a:custGeom>
              <a:avLst/>
              <a:gdLst>
                <a:gd name="connsiteX0" fmla="*/ 7176 w 14352"/>
                <a:gd name="connsiteY0" fmla="*/ 54320 h 54319"/>
                <a:gd name="connsiteX1" fmla="*/ 0 w 14352"/>
                <a:gd name="connsiteY1" fmla="*/ 47144 h 54319"/>
                <a:gd name="connsiteX2" fmla="*/ 0 w 14352"/>
                <a:gd name="connsiteY2" fmla="*/ 7176 h 54319"/>
                <a:gd name="connsiteX3" fmla="*/ 7176 w 14352"/>
                <a:gd name="connsiteY3" fmla="*/ 0 h 54319"/>
                <a:gd name="connsiteX4" fmla="*/ 14352 w 14352"/>
                <a:gd name="connsiteY4" fmla="*/ 7176 h 54319"/>
                <a:gd name="connsiteX5" fmla="*/ 14352 w 14352"/>
                <a:gd name="connsiteY5" fmla="*/ 47144 h 54319"/>
                <a:gd name="connsiteX6" fmla="*/ 7176 w 14352"/>
                <a:gd name="connsiteY6" fmla="*/ 54320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2" h="54319">
                  <a:moveTo>
                    <a:pt x="7176" y="54320"/>
                  </a:moveTo>
                  <a:cubicBezTo>
                    <a:pt x="3189" y="54320"/>
                    <a:pt x="0" y="51130"/>
                    <a:pt x="0" y="47144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47144"/>
                  </a:lnTo>
                  <a:cubicBezTo>
                    <a:pt x="14352" y="51130"/>
                    <a:pt x="11163" y="54320"/>
                    <a:pt x="7176" y="54320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/>
            <p:cNvSpPr/>
            <p:nvPr>
              <p:custDataLst>
                <p:tags r:id="rId58"/>
              </p:custDataLst>
            </p:nvPr>
          </p:nvSpPr>
          <p:spPr>
            <a:xfrm>
              <a:off x="7351038" y="872577"/>
              <a:ext cx="14352" cy="54319"/>
            </a:xfrm>
            <a:custGeom>
              <a:avLst/>
              <a:gdLst>
                <a:gd name="connsiteX0" fmla="*/ 7176 w 14352"/>
                <a:gd name="connsiteY0" fmla="*/ 54320 h 54319"/>
                <a:gd name="connsiteX1" fmla="*/ 0 w 14352"/>
                <a:gd name="connsiteY1" fmla="*/ 47144 h 54319"/>
                <a:gd name="connsiteX2" fmla="*/ 0 w 14352"/>
                <a:gd name="connsiteY2" fmla="*/ 7176 h 54319"/>
                <a:gd name="connsiteX3" fmla="*/ 7176 w 14352"/>
                <a:gd name="connsiteY3" fmla="*/ 0 h 54319"/>
                <a:gd name="connsiteX4" fmla="*/ 14352 w 14352"/>
                <a:gd name="connsiteY4" fmla="*/ 7176 h 54319"/>
                <a:gd name="connsiteX5" fmla="*/ 14352 w 14352"/>
                <a:gd name="connsiteY5" fmla="*/ 47144 h 54319"/>
                <a:gd name="connsiteX6" fmla="*/ 7176 w 14352"/>
                <a:gd name="connsiteY6" fmla="*/ 54320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2" h="54319">
                  <a:moveTo>
                    <a:pt x="7176" y="54320"/>
                  </a:moveTo>
                  <a:cubicBezTo>
                    <a:pt x="3189" y="54320"/>
                    <a:pt x="0" y="51130"/>
                    <a:pt x="0" y="47144"/>
                  </a:cubicBezTo>
                  <a:lnTo>
                    <a:pt x="0" y="7176"/>
                  </a:lnTo>
                  <a:cubicBezTo>
                    <a:pt x="0" y="3189"/>
                    <a:pt x="3289" y="0"/>
                    <a:pt x="7176" y="0"/>
                  </a:cubicBezTo>
                  <a:cubicBezTo>
                    <a:pt x="11163" y="0"/>
                    <a:pt x="14352" y="3189"/>
                    <a:pt x="14352" y="7176"/>
                  </a:cubicBezTo>
                  <a:lnTo>
                    <a:pt x="14352" y="47144"/>
                  </a:lnTo>
                  <a:cubicBezTo>
                    <a:pt x="14352" y="51130"/>
                    <a:pt x="11163" y="54320"/>
                    <a:pt x="7176" y="54320"/>
                  </a:cubicBez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451"/>
            <p:cNvSpPr/>
            <p:nvPr>
              <p:custDataLst>
                <p:tags r:id="rId59"/>
              </p:custDataLst>
            </p:nvPr>
          </p:nvSpPr>
          <p:spPr>
            <a:xfrm>
              <a:off x="7323928" y="688288"/>
              <a:ext cx="60501" cy="141730"/>
            </a:xfrm>
            <a:custGeom>
              <a:avLst/>
              <a:gdLst>
                <a:gd name="connsiteX0" fmla="*/ 53323 w 60501"/>
                <a:gd name="connsiteY0" fmla="*/ 141730 h 141730"/>
                <a:gd name="connsiteX1" fmla="*/ 7176 w 60501"/>
                <a:gd name="connsiteY1" fmla="*/ 141730 h 141730"/>
                <a:gd name="connsiteX2" fmla="*/ 0 w 60501"/>
                <a:gd name="connsiteY2" fmla="*/ 134554 h 141730"/>
                <a:gd name="connsiteX3" fmla="*/ 0 w 60501"/>
                <a:gd name="connsiteY3" fmla="*/ 7176 h 141730"/>
                <a:gd name="connsiteX4" fmla="*/ 7176 w 60501"/>
                <a:gd name="connsiteY4" fmla="*/ 0 h 141730"/>
                <a:gd name="connsiteX5" fmla="*/ 53323 w 60501"/>
                <a:gd name="connsiteY5" fmla="*/ 0 h 141730"/>
                <a:gd name="connsiteX6" fmla="*/ 60499 w 60501"/>
                <a:gd name="connsiteY6" fmla="*/ 7176 h 141730"/>
                <a:gd name="connsiteX7" fmla="*/ 60499 w 60501"/>
                <a:gd name="connsiteY7" fmla="*/ 134454 h 141730"/>
                <a:gd name="connsiteX8" fmla="*/ 53323 w 60501"/>
                <a:gd name="connsiteY8" fmla="*/ 141730 h 141730"/>
                <a:gd name="connsiteX9" fmla="*/ 14452 w 60501"/>
                <a:gd name="connsiteY9" fmla="*/ 127278 h 141730"/>
                <a:gd name="connsiteX10" fmla="*/ 46147 w 60501"/>
                <a:gd name="connsiteY10" fmla="*/ 127278 h 141730"/>
                <a:gd name="connsiteX11" fmla="*/ 46147 w 60501"/>
                <a:gd name="connsiteY11" fmla="*/ 14452 h 141730"/>
                <a:gd name="connsiteX12" fmla="*/ 14452 w 60501"/>
                <a:gd name="connsiteY12" fmla="*/ 14452 h 141730"/>
                <a:gd name="connsiteX13" fmla="*/ 14452 w 60501"/>
                <a:gd name="connsiteY13" fmla="*/ 127278 h 14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501" h="141730">
                  <a:moveTo>
                    <a:pt x="53323" y="141730"/>
                  </a:moveTo>
                  <a:lnTo>
                    <a:pt x="7176" y="141730"/>
                  </a:lnTo>
                  <a:cubicBezTo>
                    <a:pt x="3189" y="141730"/>
                    <a:pt x="0" y="138541"/>
                    <a:pt x="0" y="134554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3323" y="0"/>
                  </a:lnTo>
                  <a:cubicBezTo>
                    <a:pt x="57310" y="0"/>
                    <a:pt x="60499" y="3189"/>
                    <a:pt x="60499" y="7176"/>
                  </a:cubicBezTo>
                  <a:lnTo>
                    <a:pt x="60499" y="134454"/>
                  </a:lnTo>
                  <a:cubicBezTo>
                    <a:pt x="60599" y="138541"/>
                    <a:pt x="57310" y="141730"/>
                    <a:pt x="53323" y="141730"/>
                  </a:cubicBezTo>
                  <a:close/>
                  <a:moveTo>
                    <a:pt x="14452" y="127278"/>
                  </a:moveTo>
                  <a:lnTo>
                    <a:pt x="46147" y="127278"/>
                  </a:lnTo>
                  <a:lnTo>
                    <a:pt x="46147" y="14452"/>
                  </a:lnTo>
                  <a:lnTo>
                    <a:pt x="14452" y="14452"/>
                  </a:lnTo>
                  <a:lnTo>
                    <a:pt x="14452" y="127278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452"/>
            <p:cNvSpPr/>
            <p:nvPr>
              <p:custDataLst>
                <p:tags r:id="rId60"/>
              </p:custDataLst>
            </p:nvPr>
          </p:nvSpPr>
          <p:spPr>
            <a:xfrm>
              <a:off x="7426388" y="736229"/>
              <a:ext cx="60501" cy="93788"/>
            </a:xfrm>
            <a:custGeom>
              <a:avLst/>
              <a:gdLst>
                <a:gd name="connsiteX0" fmla="*/ 53323 w 60501"/>
                <a:gd name="connsiteY0" fmla="*/ 93789 h 93788"/>
                <a:gd name="connsiteX1" fmla="*/ 7176 w 60501"/>
                <a:gd name="connsiteY1" fmla="*/ 93789 h 93788"/>
                <a:gd name="connsiteX2" fmla="*/ 0 w 60501"/>
                <a:gd name="connsiteY2" fmla="*/ 86613 h 93788"/>
                <a:gd name="connsiteX3" fmla="*/ 0 w 60501"/>
                <a:gd name="connsiteY3" fmla="*/ 7176 h 93788"/>
                <a:gd name="connsiteX4" fmla="*/ 7176 w 60501"/>
                <a:gd name="connsiteY4" fmla="*/ 0 h 93788"/>
                <a:gd name="connsiteX5" fmla="*/ 53323 w 60501"/>
                <a:gd name="connsiteY5" fmla="*/ 0 h 93788"/>
                <a:gd name="connsiteX6" fmla="*/ 60499 w 60501"/>
                <a:gd name="connsiteY6" fmla="*/ 7176 h 93788"/>
                <a:gd name="connsiteX7" fmla="*/ 60499 w 60501"/>
                <a:gd name="connsiteY7" fmla="*/ 86613 h 93788"/>
                <a:gd name="connsiteX8" fmla="*/ 53323 w 60501"/>
                <a:gd name="connsiteY8" fmla="*/ 93789 h 93788"/>
                <a:gd name="connsiteX9" fmla="*/ 14352 w 60501"/>
                <a:gd name="connsiteY9" fmla="*/ 79337 h 93788"/>
                <a:gd name="connsiteX10" fmla="*/ 46047 w 60501"/>
                <a:gd name="connsiteY10" fmla="*/ 79337 h 93788"/>
                <a:gd name="connsiteX11" fmla="*/ 46047 w 60501"/>
                <a:gd name="connsiteY11" fmla="*/ 14352 h 93788"/>
                <a:gd name="connsiteX12" fmla="*/ 14352 w 60501"/>
                <a:gd name="connsiteY12" fmla="*/ 14352 h 93788"/>
                <a:gd name="connsiteX13" fmla="*/ 14352 w 60501"/>
                <a:gd name="connsiteY13" fmla="*/ 79337 h 9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501" h="93788">
                  <a:moveTo>
                    <a:pt x="53323" y="93789"/>
                  </a:moveTo>
                  <a:lnTo>
                    <a:pt x="7176" y="93789"/>
                  </a:lnTo>
                  <a:cubicBezTo>
                    <a:pt x="3189" y="93789"/>
                    <a:pt x="0" y="90600"/>
                    <a:pt x="0" y="86613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3323" y="0"/>
                  </a:lnTo>
                  <a:cubicBezTo>
                    <a:pt x="57310" y="0"/>
                    <a:pt x="60499" y="3189"/>
                    <a:pt x="60499" y="7176"/>
                  </a:cubicBezTo>
                  <a:lnTo>
                    <a:pt x="60499" y="86613"/>
                  </a:lnTo>
                  <a:cubicBezTo>
                    <a:pt x="60599" y="90600"/>
                    <a:pt x="57310" y="93789"/>
                    <a:pt x="53323" y="93789"/>
                  </a:cubicBezTo>
                  <a:close/>
                  <a:moveTo>
                    <a:pt x="14352" y="79337"/>
                  </a:moveTo>
                  <a:lnTo>
                    <a:pt x="46047" y="79337"/>
                  </a:lnTo>
                  <a:lnTo>
                    <a:pt x="46047" y="14352"/>
                  </a:lnTo>
                  <a:lnTo>
                    <a:pt x="14352" y="14352"/>
                  </a:lnTo>
                  <a:lnTo>
                    <a:pt x="14352" y="79337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/>
            <p:cNvSpPr/>
            <p:nvPr>
              <p:custDataLst>
                <p:tags r:id="rId61"/>
              </p:custDataLst>
            </p:nvPr>
          </p:nvSpPr>
          <p:spPr>
            <a:xfrm>
              <a:off x="7528848" y="656793"/>
              <a:ext cx="60499" cy="173225"/>
            </a:xfrm>
            <a:custGeom>
              <a:avLst/>
              <a:gdLst>
                <a:gd name="connsiteX0" fmla="*/ 53323 w 60499"/>
                <a:gd name="connsiteY0" fmla="*/ 173226 h 173225"/>
                <a:gd name="connsiteX1" fmla="*/ 7176 w 60499"/>
                <a:gd name="connsiteY1" fmla="*/ 173226 h 173225"/>
                <a:gd name="connsiteX2" fmla="*/ 0 w 60499"/>
                <a:gd name="connsiteY2" fmla="*/ 166049 h 173225"/>
                <a:gd name="connsiteX3" fmla="*/ 0 w 60499"/>
                <a:gd name="connsiteY3" fmla="*/ 7176 h 173225"/>
                <a:gd name="connsiteX4" fmla="*/ 7176 w 60499"/>
                <a:gd name="connsiteY4" fmla="*/ 0 h 173225"/>
                <a:gd name="connsiteX5" fmla="*/ 53323 w 60499"/>
                <a:gd name="connsiteY5" fmla="*/ 0 h 173225"/>
                <a:gd name="connsiteX6" fmla="*/ 60499 w 60499"/>
                <a:gd name="connsiteY6" fmla="*/ 7176 h 173225"/>
                <a:gd name="connsiteX7" fmla="*/ 60499 w 60499"/>
                <a:gd name="connsiteY7" fmla="*/ 166049 h 173225"/>
                <a:gd name="connsiteX8" fmla="*/ 53323 w 60499"/>
                <a:gd name="connsiteY8" fmla="*/ 173226 h 173225"/>
                <a:gd name="connsiteX9" fmla="*/ 14352 w 60499"/>
                <a:gd name="connsiteY9" fmla="*/ 158773 h 173225"/>
                <a:gd name="connsiteX10" fmla="*/ 46047 w 60499"/>
                <a:gd name="connsiteY10" fmla="*/ 158773 h 173225"/>
                <a:gd name="connsiteX11" fmla="*/ 46047 w 60499"/>
                <a:gd name="connsiteY11" fmla="*/ 14352 h 173225"/>
                <a:gd name="connsiteX12" fmla="*/ 14352 w 60499"/>
                <a:gd name="connsiteY12" fmla="*/ 14352 h 173225"/>
                <a:gd name="connsiteX13" fmla="*/ 14352 w 60499"/>
                <a:gd name="connsiteY13" fmla="*/ 158773 h 17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99" h="173225">
                  <a:moveTo>
                    <a:pt x="53323" y="173226"/>
                  </a:moveTo>
                  <a:lnTo>
                    <a:pt x="7176" y="173226"/>
                  </a:lnTo>
                  <a:cubicBezTo>
                    <a:pt x="3189" y="173226"/>
                    <a:pt x="0" y="170036"/>
                    <a:pt x="0" y="166049"/>
                  </a:cubicBezTo>
                  <a:lnTo>
                    <a:pt x="0" y="7176"/>
                  </a:lnTo>
                  <a:cubicBezTo>
                    <a:pt x="0" y="3189"/>
                    <a:pt x="3189" y="0"/>
                    <a:pt x="7176" y="0"/>
                  </a:cubicBezTo>
                  <a:lnTo>
                    <a:pt x="53323" y="0"/>
                  </a:lnTo>
                  <a:cubicBezTo>
                    <a:pt x="57310" y="0"/>
                    <a:pt x="60499" y="3189"/>
                    <a:pt x="60499" y="7176"/>
                  </a:cubicBezTo>
                  <a:lnTo>
                    <a:pt x="60499" y="166049"/>
                  </a:lnTo>
                  <a:cubicBezTo>
                    <a:pt x="60499" y="170036"/>
                    <a:pt x="57310" y="173226"/>
                    <a:pt x="53323" y="173226"/>
                  </a:cubicBezTo>
                  <a:close/>
                  <a:moveTo>
                    <a:pt x="14352" y="158773"/>
                  </a:moveTo>
                  <a:lnTo>
                    <a:pt x="46047" y="158773"/>
                  </a:lnTo>
                  <a:lnTo>
                    <a:pt x="46047" y="14352"/>
                  </a:lnTo>
                  <a:lnTo>
                    <a:pt x="14352" y="14352"/>
                  </a:lnTo>
                  <a:lnTo>
                    <a:pt x="14352" y="158773"/>
                  </a:lnTo>
                  <a:close/>
                </a:path>
              </a:pathLst>
            </a:custGeom>
            <a:grpFill/>
            <a:ln w="9957" cap="flat">
              <a:solidFill>
                <a:srgbClr val="0088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7" name="矩形 96"/>
          <p:cNvSpPr/>
          <p:nvPr>
            <p:custDataLst>
              <p:tags r:id="rId62"/>
            </p:custDataLst>
          </p:nvPr>
        </p:nvSpPr>
        <p:spPr>
          <a:xfrm>
            <a:off x="4520565" y="2251710"/>
            <a:ext cx="6849110" cy="967105"/>
          </a:xfrm>
          <a:prstGeom prst="rect">
            <a:avLst/>
          </a:prstGeom>
        </p:spPr>
        <p:txBody>
          <a:bodyPr wrap="square">
            <a:no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6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>
            <p:custDataLst>
              <p:tags r:id="rId5"/>
            </p:custDataLst>
          </p:nvPr>
        </p:nvSpPr>
        <p:spPr>
          <a:xfrm>
            <a:off x="837565" y="3119755"/>
            <a:ext cx="2174240" cy="1068705"/>
          </a:xfrm>
          <a:prstGeom prst="roundRect">
            <a:avLst>
              <a:gd name="adj" fmla="val 50000"/>
            </a:avLst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旗黑-45S" panose="00020600040101010101" pitchFamily="18" charset="-122"/>
              </a:rPr>
              <a:t>关键词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  <a:sym typeface="汉仪旗黑-45S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173855" y="1437005"/>
            <a:ext cx="2014220" cy="4452620"/>
            <a:chOff x="6573" y="1893"/>
            <a:chExt cx="3172" cy="7012"/>
          </a:xfrm>
        </p:grpSpPr>
        <p:sp>
          <p:nvSpPr>
            <p:cNvPr id="19" name="矩形: 圆角 23"/>
            <p:cNvSpPr/>
            <p:nvPr>
              <p:custDataLst>
                <p:tags r:id="rId6"/>
              </p:custDataLst>
            </p:nvPr>
          </p:nvSpPr>
          <p:spPr>
            <a:xfrm>
              <a:off x="6573" y="1893"/>
              <a:ext cx="3172" cy="1267"/>
            </a:xfrm>
            <a:prstGeom prst="roundRect">
              <a:avLst>
                <a:gd name="adj" fmla="val 50000"/>
              </a:avLst>
            </a:prstGeom>
            <a:solidFill>
              <a:srgbClr val="0088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  <a:sym typeface="汉仪旗黑-45S" panose="00020600040101010101" pitchFamily="18" charset="-122"/>
                </a:rPr>
                <a:t>关键词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旗黑-45S" panose="00020600040101010101" pitchFamily="18" charset="-122"/>
              </a:endParaRPr>
            </a:p>
          </p:txBody>
        </p:sp>
        <p:sp>
          <p:nvSpPr>
            <p:cNvPr id="20" name="矩形: 圆角 23"/>
            <p:cNvSpPr/>
            <p:nvPr>
              <p:custDataLst>
                <p:tags r:id="rId7"/>
              </p:custDataLst>
            </p:nvPr>
          </p:nvSpPr>
          <p:spPr>
            <a:xfrm>
              <a:off x="6573" y="4766"/>
              <a:ext cx="3172" cy="1267"/>
            </a:xfrm>
            <a:prstGeom prst="roundRect">
              <a:avLst>
                <a:gd name="adj" fmla="val 50000"/>
              </a:avLst>
            </a:prstGeom>
            <a:solidFill>
              <a:srgbClr val="0088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  <a:sym typeface="汉仪旗黑-45S" panose="00020600040101010101" pitchFamily="18" charset="-122"/>
                </a:rPr>
                <a:t>关键词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旗黑-45S" panose="00020600040101010101" pitchFamily="18" charset="-122"/>
              </a:endParaRPr>
            </a:p>
          </p:txBody>
        </p:sp>
        <p:sp>
          <p:nvSpPr>
            <p:cNvPr id="22" name="矩形: 圆角 23"/>
            <p:cNvSpPr/>
            <p:nvPr>
              <p:custDataLst>
                <p:tags r:id="rId8"/>
              </p:custDataLst>
            </p:nvPr>
          </p:nvSpPr>
          <p:spPr>
            <a:xfrm>
              <a:off x="6573" y="7639"/>
              <a:ext cx="3172" cy="1267"/>
            </a:xfrm>
            <a:prstGeom prst="roundRect">
              <a:avLst>
                <a:gd name="adj" fmla="val 50000"/>
              </a:avLst>
            </a:prstGeom>
            <a:solidFill>
              <a:srgbClr val="0088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  <a:sym typeface="汉仪旗黑-45S" panose="00020600040101010101" pitchFamily="18" charset="-122"/>
                </a:rPr>
                <a:t>关键词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旗黑-45S" panose="00020600040101010101" pitchFamily="18" charset="-122"/>
              </a:endParaRPr>
            </a:p>
          </p:txBody>
        </p:sp>
      </p:grpSp>
      <p:sp>
        <p:nvSpPr>
          <p:cNvPr id="42" name="左大括号 41"/>
          <p:cNvSpPr/>
          <p:nvPr/>
        </p:nvSpPr>
        <p:spPr>
          <a:xfrm>
            <a:off x="3292475" y="1840230"/>
            <a:ext cx="600075" cy="3759200"/>
          </a:xfrm>
          <a:prstGeom prst="leftBrace">
            <a:avLst>
              <a:gd name="adj1" fmla="val 12169"/>
              <a:gd name="adj2" fmla="val 47132"/>
            </a:avLst>
          </a:prstGeom>
          <a:ln w="28575">
            <a:solidFill>
              <a:srgbClr val="0063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3446780" y="3611880"/>
            <a:ext cx="554355" cy="5080"/>
          </a:xfrm>
          <a:prstGeom prst="line">
            <a:avLst/>
          </a:prstGeom>
          <a:ln w="28575">
            <a:solidFill>
              <a:srgbClr val="0063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>
            <p:custDataLst>
              <p:tags r:id="rId9"/>
            </p:custDataLst>
          </p:nvPr>
        </p:nvSpPr>
        <p:spPr>
          <a:xfrm>
            <a:off x="6583045" y="1284605"/>
            <a:ext cx="4207510" cy="967105"/>
          </a:xfrm>
          <a:prstGeom prst="rect">
            <a:avLst/>
          </a:prstGeom>
        </p:spPr>
        <p:txBody>
          <a:bodyPr wrap="square">
            <a:no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4" name="矩形 43"/>
          <p:cNvSpPr/>
          <p:nvPr>
            <p:custDataLst>
              <p:tags r:id="rId10"/>
            </p:custDataLst>
          </p:nvPr>
        </p:nvSpPr>
        <p:spPr>
          <a:xfrm>
            <a:off x="6583045" y="3101975"/>
            <a:ext cx="4207510" cy="105092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5" name="矩形 44"/>
          <p:cNvSpPr/>
          <p:nvPr>
            <p:custDataLst>
              <p:tags r:id="rId11"/>
            </p:custDataLst>
          </p:nvPr>
        </p:nvSpPr>
        <p:spPr>
          <a:xfrm>
            <a:off x="6583045" y="4920615"/>
            <a:ext cx="4207510" cy="105092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Part.04</a:t>
            </a:r>
            <a:endParaRPr lang="en-US" altLang="zh-CN" sz="3600" b="1">
              <a:solidFill>
                <a:srgbClr val="006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884295" y="2299335"/>
            <a:ext cx="4404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>
                <a:solidFill>
                  <a:srgbClr val="FFFFFF"/>
                </a:solidFill>
                <a:latin typeface="+mj-ea"/>
                <a:ea typeface="+mj-ea"/>
              </a:rPr>
              <a:t>输入大标题</a:t>
            </a:r>
            <a:endParaRPr lang="zh-CN" altLang="en-US" sz="60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FFFF"/>
                </a:solidFill>
                <a:latin typeface="+mj-ea"/>
                <a:ea typeface="+mj-ea"/>
              </a:rPr>
              <a:t>Enter a headline</a:t>
            </a:r>
            <a:endParaRPr lang="zh-CN" altLang="en-US" sz="24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图表 6"/>
          <p:cNvGraphicFramePr/>
          <p:nvPr>
            <p:custDataLst>
              <p:tags r:id="rId6"/>
            </p:custDataLst>
          </p:nvPr>
        </p:nvGraphicFramePr>
        <p:xfrm>
          <a:off x="146685" y="2143760"/>
          <a:ext cx="5351145" cy="3787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744845" y="1393862"/>
            <a:ext cx="5888229" cy="4731832"/>
            <a:chOff x="9562" y="2619"/>
            <a:chExt cx="8740" cy="7023"/>
          </a:xfrm>
        </p:grpSpPr>
        <p:sp>
          <p:nvSpPr>
            <p:cNvPr id="22" name="文本框 21"/>
            <p:cNvSpPr txBox="1"/>
            <p:nvPr>
              <p:custDataLst>
                <p:tags r:id="rId7"/>
              </p:custDataLst>
            </p:nvPr>
          </p:nvSpPr>
          <p:spPr>
            <a:xfrm>
              <a:off x="9602" y="2619"/>
              <a:ext cx="1882" cy="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</a:rPr>
                <a:t>59%</a:t>
              </a:r>
              <a:endParaRPr lang="en-US" altLang="zh-CN" sz="360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8"/>
              </p:custDataLst>
            </p:nvPr>
          </p:nvSpPr>
          <p:spPr>
            <a:xfrm>
              <a:off x="11484" y="2640"/>
              <a:ext cx="6749" cy="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单击此处输入你的正文，文字是您思想的提炼，为了最终演示发布的良好效果，请尽量言简意赅的阐述观点；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9"/>
              </p:custDataLst>
            </p:nvPr>
          </p:nvCxnSpPr>
          <p:spPr>
            <a:xfrm>
              <a:off x="9564" y="4138"/>
              <a:ext cx="8446" cy="0"/>
            </a:xfrm>
            <a:prstGeom prst="line">
              <a:avLst/>
            </a:prstGeom>
            <a:ln>
              <a:solidFill>
                <a:srgbClr val="00633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9600" y="4676"/>
              <a:ext cx="1881" cy="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360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23%</a:t>
              </a:r>
              <a:endParaRPr lang="en-US" altLang="zh-CN" sz="360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1482" y="4675"/>
              <a:ext cx="6749" cy="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单击此处输入你的正文，文字是您思想的提炼，为了最终演示发布的良好效果，请尽量言简意赅的阐述观点；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>
            <a:xfrm>
              <a:off x="9562" y="5922"/>
              <a:ext cx="8446" cy="0"/>
            </a:xfrm>
            <a:prstGeom prst="line">
              <a:avLst/>
            </a:prstGeom>
            <a:ln>
              <a:solidFill>
                <a:srgbClr val="00633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9601" y="6449"/>
              <a:ext cx="1773" cy="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360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10%</a:t>
              </a:r>
              <a:endParaRPr lang="en-US" altLang="zh-CN" sz="360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11482" y="6558"/>
              <a:ext cx="6767" cy="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单击此处输入你的正文，文字是您思想的提炼，为了最终演示发布的良好效果，请尽量言简意赅的阐述观点；</a:t>
              </a:r>
              <a:endPara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15"/>
              </p:custDataLst>
            </p:nvPr>
          </p:nvCxnSpPr>
          <p:spPr>
            <a:xfrm>
              <a:off x="9563" y="7911"/>
              <a:ext cx="8446" cy="0"/>
            </a:xfrm>
            <a:prstGeom prst="line">
              <a:avLst/>
            </a:prstGeom>
            <a:ln>
              <a:solidFill>
                <a:srgbClr val="00633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>
              <p:custDataLst>
                <p:tags r:id="rId16"/>
              </p:custDataLst>
            </p:nvPr>
          </p:nvSpPr>
          <p:spPr>
            <a:xfrm>
              <a:off x="9705" y="8395"/>
              <a:ext cx="1440" cy="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360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8%</a:t>
              </a:r>
              <a:endParaRPr lang="en-US" altLang="zh-CN" sz="360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11535" y="8548"/>
              <a:ext cx="6767" cy="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思源宋体 CN Light" panose="02020300000000000000" charset="-122"/>
                  <a:sym typeface="+mn-ea"/>
                </a:rPr>
                <a:t>单击此处输入你的正文，文字是您思想的提炼，为了最终演示发布的良好效果，请尽量言简意赅的阐述观点；</a:t>
              </a:r>
              <a:endPara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思源宋体 CN Light" panose="02020300000000000000" charset="-122"/>
                <a:sym typeface="+mn-ea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1614805" y="1335405"/>
            <a:ext cx="240665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1" sz="2800" b="1">
                <a:gradFill>
                  <a:gsLst>
                    <a:gs pos="57000">
                      <a:srgbClr val="C62627"/>
                    </a:gs>
                    <a:gs pos="0">
                      <a:srgbClr val="F06E1A"/>
                    </a:gs>
                    <a:gs pos="100000">
                      <a:srgbClr val="941418"/>
                    </a:gs>
                  </a:gsLst>
                  <a:lin ang="5400000" scaled="0"/>
                </a:gradFill>
                <a:latin typeface="思源宋体 CN Heavy" panose="02020900000000000000" charset="-122"/>
                <a:ea typeface="思源宋体 CN Heavy" panose="02020900000000000000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kumimoji="0" lang="zh-CN" altLang="en-US" sz="200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单击此处输入标题</a:t>
            </a:r>
            <a:endParaRPr kumimoji="0" lang="zh-CN" altLang="en-US" sz="200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898525" y="1677035"/>
            <a:ext cx="3948430" cy="3606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思源宋体 CN SemiBold" panose="02020600000000000000" charset="-122"/>
                <a:ea typeface="思源宋体 CN SemiBold" panose="02020600000000000000" charset="-122"/>
                <a:cs typeface="思源宋体 CN Light" panose="02020300000000000000" charset="-122"/>
                <a:sym typeface="+mn-ea"/>
              </a:rPr>
              <a:t>单击此处输入你的正文，文字是您思想的提炼。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思源宋体 CN SemiBold" panose="02020600000000000000" charset="-122"/>
              <a:ea typeface="思源宋体 CN SemiBold" panose="02020600000000000000" charset="-122"/>
              <a:cs typeface="思源宋体 CN Light" panose="02020300000000000000" charset="-122"/>
              <a:sym typeface="+mn-ea"/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输入大标题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4613275" y="1310409"/>
            <a:ext cx="3324256" cy="4019550"/>
            <a:chOff x="1657350" y="800100"/>
            <a:chExt cx="3324256" cy="4019550"/>
          </a:xfrm>
        </p:grpSpPr>
        <p:sp>
          <p:nvSpPr>
            <p:cNvPr id="29" name="矩形 28"/>
            <p:cNvSpPr/>
            <p:nvPr>
              <p:custDataLst>
                <p:tags r:id="rId5"/>
              </p:custDataLst>
            </p:nvPr>
          </p:nvSpPr>
          <p:spPr>
            <a:xfrm>
              <a:off x="1657350" y="800100"/>
              <a:ext cx="2857499" cy="4019550"/>
            </a:xfrm>
            <a:prstGeom prst="rect">
              <a:avLst/>
            </a:prstGeom>
            <a:solidFill>
              <a:srgbClr val="0088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: 单圆角 29"/>
            <p:cNvSpPr/>
            <p:nvPr>
              <p:custDataLst>
                <p:tags r:id="rId6"/>
              </p:custDataLst>
            </p:nvPr>
          </p:nvSpPr>
          <p:spPr>
            <a:xfrm flipV="1">
              <a:off x="1771650" y="901643"/>
              <a:ext cx="959074" cy="682630"/>
            </a:xfrm>
            <a:prstGeom prst="round1Rect">
              <a:avLst>
                <a:gd name="adj" fmla="val 4736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>
              <p:custDataLst>
                <p:tags r:id="rId7"/>
              </p:custDataLst>
            </p:nvPr>
          </p:nvSpPr>
          <p:spPr>
            <a:xfrm>
              <a:off x="1828858" y="1882420"/>
              <a:ext cx="3152748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输入大标题</a:t>
              </a:r>
              <a:endParaRPr lang="zh-CN" altLang="en-US" sz="24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8"/>
              </p:custDataLst>
            </p:nvPr>
          </p:nvSpPr>
          <p:spPr>
            <a:xfrm>
              <a:off x="1905057" y="981348"/>
              <a:ext cx="1540130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2800" b="1" dirty="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02</a:t>
              </a:r>
              <a:endParaRPr lang="en-US" altLang="zh-CN" sz="28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9"/>
              </p:custDataLst>
            </p:nvPr>
          </p:nvCxnSpPr>
          <p:spPr>
            <a:xfrm flipH="1">
              <a:off x="2870282" y="4552950"/>
              <a:ext cx="43163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7899400" y="1310409"/>
            <a:ext cx="3324256" cy="4019550"/>
            <a:chOff x="1657350" y="800100"/>
            <a:chExt cx="3324256" cy="4019550"/>
          </a:xfrm>
        </p:grpSpPr>
        <p:sp>
          <p:nvSpPr>
            <p:cNvPr id="36" name="矩形 35"/>
            <p:cNvSpPr/>
            <p:nvPr>
              <p:custDataLst>
                <p:tags r:id="rId10"/>
              </p:custDataLst>
            </p:nvPr>
          </p:nvSpPr>
          <p:spPr>
            <a:xfrm>
              <a:off x="1657350" y="800100"/>
              <a:ext cx="2857499" cy="4019550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: 单圆角 36"/>
            <p:cNvSpPr/>
            <p:nvPr>
              <p:custDataLst>
                <p:tags r:id="rId11"/>
              </p:custDataLst>
            </p:nvPr>
          </p:nvSpPr>
          <p:spPr>
            <a:xfrm flipV="1">
              <a:off x="1771650" y="901643"/>
              <a:ext cx="959074" cy="682630"/>
            </a:xfrm>
            <a:prstGeom prst="round1Rect">
              <a:avLst>
                <a:gd name="adj" fmla="val 4736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>
              <p:custDataLst>
                <p:tags r:id="rId12"/>
              </p:custDataLst>
            </p:nvPr>
          </p:nvSpPr>
          <p:spPr>
            <a:xfrm>
              <a:off x="1828858" y="1882420"/>
              <a:ext cx="3152748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输入大标题</a:t>
              </a:r>
              <a:endParaRPr lang="zh-CN" altLang="en-US" sz="24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3"/>
              </p:custDataLst>
            </p:nvPr>
          </p:nvSpPr>
          <p:spPr>
            <a:xfrm>
              <a:off x="1905057" y="981348"/>
              <a:ext cx="1540130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2800" b="1" dirty="0">
                  <a:solidFill>
                    <a:srgbClr val="00633D"/>
                  </a:solidFill>
                  <a:latin typeface="黑体" panose="02010609060101010101" charset="-122"/>
                  <a:ea typeface="黑体" panose="02010609060101010101" charset="-122"/>
                  <a:sym typeface="汉仪旗黑X1-75W" panose="00020600040101010101" pitchFamily="18" charset="-122"/>
                </a:rPr>
                <a:t>03</a:t>
              </a:r>
              <a:endParaRPr lang="en-US" altLang="zh-CN" sz="28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14"/>
              </p:custDataLst>
            </p:nvPr>
          </p:nvCxnSpPr>
          <p:spPr>
            <a:xfrm flipH="1">
              <a:off x="2870282" y="4552950"/>
              <a:ext cx="43163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>
            <p:custDataLst>
              <p:tags r:id="rId15"/>
            </p:custDataLst>
          </p:nvPr>
        </p:nvSpPr>
        <p:spPr>
          <a:xfrm>
            <a:off x="1249045" y="5669280"/>
            <a:ext cx="973455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auto">
              <a:lnSpc>
                <a:spcPct val="13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16"/>
            </p:custDataLst>
          </p:nvPr>
        </p:nvSpPr>
        <p:spPr>
          <a:xfrm>
            <a:off x="1327150" y="1310640"/>
            <a:ext cx="2857500" cy="4019550"/>
          </a:xfrm>
          <a:prstGeom prst="rect">
            <a:avLst/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: 单圆角 2"/>
          <p:cNvSpPr/>
          <p:nvPr>
            <p:custDataLst>
              <p:tags r:id="rId17"/>
            </p:custDataLst>
          </p:nvPr>
        </p:nvSpPr>
        <p:spPr>
          <a:xfrm flipV="1">
            <a:off x="1441450" y="1412240"/>
            <a:ext cx="958850" cy="682625"/>
          </a:xfrm>
          <a:prstGeom prst="round1Rect">
            <a:avLst>
              <a:gd name="adj" fmla="val 473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8"/>
            </p:custDataLst>
          </p:nvPr>
        </p:nvSpPr>
        <p:spPr>
          <a:xfrm>
            <a:off x="1498600" y="2392680"/>
            <a:ext cx="315277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输入大标题</a:t>
            </a:r>
            <a:endParaRPr lang="zh-CN" altLang="en-US" sz="24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1574800" y="1491615"/>
            <a:ext cx="153987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rgbClr val="00633D"/>
                </a:solidFill>
                <a:latin typeface="黑体" panose="02010609060101010101" charset="-122"/>
                <a:ea typeface="黑体" panose="02010609060101010101" charset="-122"/>
                <a:sym typeface="汉仪旗黑X1-75W" panose="00020600040101010101" pitchFamily="18" charset="-122"/>
              </a:rPr>
              <a:t>01</a:t>
            </a:r>
            <a:endParaRPr lang="en-US" altLang="zh-CN" sz="2800" b="1" dirty="0">
              <a:solidFill>
                <a:srgbClr val="00633D"/>
              </a:solidFill>
              <a:latin typeface="黑体" panose="02010609060101010101" charset="-122"/>
              <a:ea typeface="黑体" panose="02010609060101010101" charset="-122"/>
              <a:sym typeface="汉仪旗黑X1-75W" panose="00020600040101010101" pitchFamily="18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20"/>
            </p:custDataLst>
          </p:nvPr>
        </p:nvCxnSpPr>
        <p:spPr>
          <a:xfrm flipH="1">
            <a:off x="2540000" y="5063490"/>
            <a:ext cx="431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21"/>
            </p:custDataLst>
          </p:nvPr>
        </p:nvSpPr>
        <p:spPr>
          <a:xfrm>
            <a:off x="1498600" y="2952750"/>
            <a:ext cx="2513965" cy="169100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2" name="矩形 11"/>
          <p:cNvSpPr/>
          <p:nvPr>
            <p:custDataLst>
              <p:tags r:id="rId22"/>
            </p:custDataLst>
          </p:nvPr>
        </p:nvSpPr>
        <p:spPr>
          <a:xfrm>
            <a:off x="4785360" y="2964180"/>
            <a:ext cx="2513965" cy="169100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23"/>
            </p:custDataLst>
          </p:nvPr>
        </p:nvSpPr>
        <p:spPr>
          <a:xfrm>
            <a:off x="8072120" y="2952750"/>
            <a:ext cx="2513965" cy="169100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3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南京师范大学，简称“南师大”，坐落于六朝古都江苏省南京市，是教育部与江苏省人民政府共建的国家“双一流”建设高校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3970" y="197231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1"/>
          <a:srcRect t="33231" b="38380"/>
          <a:stretch>
            <a:fillRect/>
          </a:stretch>
        </p:blipFill>
        <p:spPr>
          <a:xfrm>
            <a:off x="4001135" y="87566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485" y="2404110"/>
            <a:ext cx="10253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lang="zh-CN" altLang="en-US" sz="5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959485" y="3507105"/>
            <a:ext cx="10253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Thanks for watching</a:t>
            </a:r>
            <a:endParaRPr lang="en-US" altLang="zh-CN" sz="28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756785" y="6170930"/>
            <a:ext cx="2658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答辩时间：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月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4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5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80.95,&quot;left&quot;:193.85,&quot;top&quot;:381.15,&quot;width&quot;:572.35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3.xml><?xml version="1.0" encoding="utf-8"?>
<p:tagLst xmlns:p="http://schemas.openxmlformats.org/presentationml/2006/main">
  <p:tag name="COMMONDATA" val="eyJoZGlkIjoiNzkwNzI2MWI5ZmNlYmI0MDZiNjg1NDNhOTJjMDUwYjA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3171</Words>
  <Application>WPS 演示</Application>
  <PresentationFormat>宽屏</PresentationFormat>
  <Paragraphs>289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黑体</vt:lpstr>
      <vt:lpstr>微软雅黑</vt:lpstr>
      <vt:lpstr>思源黑体 CN Light</vt:lpstr>
      <vt:lpstr>汉仪旗黑X1-75W</vt:lpstr>
      <vt:lpstr>微软雅黑 Light</vt:lpstr>
      <vt:lpstr>汉仪旗黑-45S</vt:lpstr>
      <vt:lpstr>思源宋体 CN Medium</vt:lpstr>
      <vt:lpstr>思源宋体 CN Light</vt:lpstr>
      <vt:lpstr>思源宋体 CN Heavy</vt:lpstr>
      <vt:lpstr>思源宋体 CN SemiBold</vt:lpstr>
      <vt:lpstr>Arial Unicode MS</vt:lpstr>
      <vt:lpstr>Calibri</vt:lpstr>
      <vt:lpstr>Noto Sans CJK SC</vt:lpstr>
      <vt:lpstr>FFont-Family</vt:lpstr>
      <vt:lpstr>Noto Sans CJK SC</vt:lpstr>
      <vt:lpstr>Noto Sans CJK SC</vt:lpstr>
      <vt:lpstr>MingLiU-ExtB</vt:lpstr>
      <vt:lpstr>思源宋体 CN Light</vt:lpstr>
      <vt:lpstr>思源宋体 CN SemiBold</vt:lpstr>
      <vt:lpstr>思源黑体 CN Light</vt:lpstr>
      <vt:lpstr>汉仪旗黑-45S</vt:lpstr>
      <vt:lpstr>汉仪旗黑X1-75W</vt:lpstr>
      <vt:lpstr>华文宋体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松鼠</cp:lastModifiedBy>
  <cp:revision>158</cp:revision>
  <dcterms:created xsi:type="dcterms:W3CDTF">2019-06-19T02:08:00Z</dcterms:created>
  <dcterms:modified xsi:type="dcterms:W3CDTF">2026-10-20T12:05:02Z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1D75D723BBA64971A5E47B318B248DC9_11</vt:lpwstr>
  </property>
</Properties>
</file>